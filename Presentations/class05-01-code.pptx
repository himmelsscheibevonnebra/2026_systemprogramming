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0f0b352d904447" /><Relationship Type="http://schemas.openxmlformats.org/officeDocument/2006/relationships/extended-properties" Target="/docProps/app.xml" Id="R15f85e391e0a49bf" /><Relationship Type="http://schemas.openxmlformats.org/officeDocument/2006/relationships/officeDocument" Target="/ppt/presentation.xml" Id="Rd7aae3e59f134a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0ee9a8b9c94b28"/>
  </p:sldMasterIdLst>
  <p:notesMasterIdLst>
    <p:notesMasterId xmlns:r="http://schemas.openxmlformats.org/officeDocument/2006/relationships" r:id="R535c0e2599bd4ba7"/>
  </p:notesMasterIdLst>
  <p:sldIdLst>
    <p:sldId xmlns:r="http://schemas.openxmlformats.org/officeDocument/2006/relationships" id="256" r:id="R096444249e984aab"/>
    <p:sldId xmlns:r="http://schemas.openxmlformats.org/officeDocument/2006/relationships" id="257" r:id="Rde89b254565246c1"/>
    <p:sldId xmlns:r="http://schemas.openxmlformats.org/officeDocument/2006/relationships" id="258" r:id="R6487fc16b8d84f4b"/>
    <p:sldId xmlns:r="http://schemas.openxmlformats.org/officeDocument/2006/relationships" id="259" r:id="Rc28e76b1b9d444d1"/>
    <p:sldId xmlns:r="http://schemas.openxmlformats.org/officeDocument/2006/relationships" id="260" r:id="Re152d0ec9a6b40ea"/>
    <p:sldId xmlns:r="http://schemas.openxmlformats.org/officeDocument/2006/relationships" id="261" r:id="R77bd26443b23467d"/>
    <p:sldId xmlns:r="http://schemas.openxmlformats.org/officeDocument/2006/relationships" id="262" r:id="R187c44881dfe48eb"/>
    <p:sldId xmlns:r="http://schemas.openxmlformats.org/officeDocument/2006/relationships" id="263" r:id="R18d30927a70e4a22"/>
    <p:sldId xmlns:r="http://schemas.openxmlformats.org/officeDocument/2006/relationships" id="264" r:id="R888cc06e895245eb"/>
    <p:sldId xmlns:r="http://schemas.openxmlformats.org/officeDocument/2006/relationships" id="265" r:id="Rd7d12fe9c6034b1a"/>
    <p:sldId xmlns:r="http://schemas.openxmlformats.org/officeDocument/2006/relationships" id="266" r:id="Rf2e65f08df414b15"/>
    <p:sldId xmlns:r="http://schemas.openxmlformats.org/officeDocument/2006/relationships" id="267" r:id="R0cff305c539f443f"/>
    <p:sldId xmlns:r="http://schemas.openxmlformats.org/officeDocument/2006/relationships" id="268" r:id="R419c4aa1a67c4cf8"/>
    <p:sldId xmlns:r="http://schemas.openxmlformats.org/officeDocument/2006/relationships" id="269" r:id="Rce9a074e7afe4912"/>
    <p:sldId xmlns:r="http://schemas.openxmlformats.org/officeDocument/2006/relationships" id="270" r:id="Rd94580cfdab74e33"/>
    <p:sldId xmlns:r="http://schemas.openxmlformats.org/officeDocument/2006/relationships" id="271" r:id="Rd4896702f0d04845"/>
    <p:sldId xmlns:r="http://schemas.openxmlformats.org/officeDocument/2006/relationships" id="272" r:id="R28a6baaa86cd4f09"/>
    <p:sldId xmlns:r="http://schemas.openxmlformats.org/officeDocument/2006/relationships" id="273" r:id="Rd55cd0b80d0241a8"/>
    <p:sldId xmlns:r="http://schemas.openxmlformats.org/officeDocument/2006/relationships" id="274" r:id="Re2537fabaa964cd2"/>
    <p:sldId xmlns:r="http://schemas.openxmlformats.org/officeDocument/2006/relationships" id="275" r:id="R9d0079af630a42e9"/>
    <p:sldId xmlns:r="http://schemas.openxmlformats.org/officeDocument/2006/relationships" id="276" r:id="Rb2c16662a6184ce4"/>
    <p:sldId xmlns:r="http://schemas.openxmlformats.org/officeDocument/2006/relationships" id="277" r:id="R6bf322df4bfd4b2b"/>
    <p:sldId xmlns:r="http://schemas.openxmlformats.org/officeDocument/2006/relationships" id="278" r:id="Re92897eda57a40e8"/>
    <p:sldId xmlns:r="http://schemas.openxmlformats.org/officeDocument/2006/relationships" id="279" r:id="R1bee62c60b3d47ab"/>
    <p:sldId xmlns:r="http://schemas.openxmlformats.org/officeDocument/2006/relationships" id="280" r:id="Rb5eeaa65b57d4566"/>
    <p:sldId xmlns:r="http://schemas.openxmlformats.org/officeDocument/2006/relationships" id="281" r:id="R2d657418552042e3"/>
    <p:sldId xmlns:r="http://schemas.openxmlformats.org/officeDocument/2006/relationships" id="282" r:id="Rd95a8547616c47b3"/>
    <p:sldId xmlns:r="http://schemas.openxmlformats.org/officeDocument/2006/relationships" id="283" r:id="Reaf6b294b02a4fac"/>
    <p:sldId xmlns:r="http://schemas.openxmlformats.org/officeDocument/2006/relationships" id="284" r:id="R7b9b1cc124b44d02"/>
    <p:sldId xmlns:r="http://schemas.openxmlformats.org/officeDocument/2006/relationships" id="285" r:id="R96692df1dfda4a3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a8af65ce24daf" /><Relationship Type="http://schemas.openxmlformats.org/officeDocument/2006/relationships/slideMaster" Target="/ppt/slideMasters/slideMaster1.xml" Id="Rdd0ee9a8b9c94b28" /><Relationship Type="http://schemas.openxmlformats.org/officeDocument/2006/relationships/notesMaster" Target="/ppt/notesMasters/notesMaster1.xml" Id="R535c0e2599bd4ba7" /><Relationship Type="http://schemas.openxmlformats.org/officeDocument/2006/relationships/presProps" Target="/ppt/presProps.xml" Id="R46e7a79f8fd9421b" /><Relationship Type="http://schemas.openxmlformats.org/officeDocument/2006/relationships/tableStyles" Target="/ppt/tableStyles.xml" Id="Rb93c943ec0ff424f" /><Relationship Type="http://schemas.openxmlformats.org/officeDocument/2006/relationships/slide" Target="/ppt/slides/slide1.xml" Id="R096444249e984aab" /><Relationship Type="http://schemas.openxmlformats.org/officeDocument/2006/relationships/slide" Target="/ppt/slides/slide2.xml" Id="Rde89b254565246c1" /><Relationship Type="http://schemas.openxmlformats.org/officeDocument/2006/relationships/slide" Target="/ppt/slides/slide3.xml" Id="R6487fc16b8d84f4b" /><Relationship Type="http://schemas.openxmlformats.org/officeDocument/2006/relationships/slide" Target="/ppt/slides/slide4.xml" Id="Rc28e76b1b9d444d1" /><Relationship Type="http://schemas.openxmlformats.org/officeDocument/2006/relationships/slide" Target="/ppt/slides/slide5.xml" Id="Re152d0ec9a6b40ea" /><Relationship Type="http://schemas.openxmlformats.org/officeDocument/2006/relationships/slide" Target="/ppt/slides/slide6.xml" Id="R77bd26443b23467d" /><Relationship Type="http://schemas.openxmlformats.org/officeDocument/2006/relationships/slide" Target="/ppt/slides/slide7.xml" Id="R187c44881dfe48eb" /><Relationship Type="http://schemas.openxmlformats.org/officeDocument/2006/relationships/slide" Target="/ppt/slides/slide8.xml" Id="R18d30927a70e4a22" /><Relationship Type="http://schemas.openxmlformats.org/officeDocument/2006/relationships/slide" Target="/ppt/slides/slide9.xml" Id="R888cc06e895245eb" /><Relationship Type="http://schemas.openxmlformats.org/officeDocument/2006/relationships/slide" Target="/ppt/slides/slide10.xml" Id="Rd7d12fe9c6034b1a" /><Relationship Type="http://schemas.openxmlformats.org/officeDocument/2006/relationships/slide" Target="/ppt/slides/slide11.xml" Id="Rf2e65f08df414b15" /><Relationship Type="http://schemas.openxmlformats.org/officeDocument/2006/relationships/slide" Target="/ppt/slides/slide12.xml" Id="R0cff305c539f443f" /><Relationship Type="http://schemas.openxmlformats.org/officeDocument/2006/relationships/slide" Target="/ppt/slides/slide13.xml" Id="R419c4aa1a67c4cf8" /><Relationship Type="http://schemas.openxmlformats.org/officeDocument/2006/relationships/slide" Target="/ppt/slides/slide14.xml" Id="Rce9a074e7afe4912" /><Relationship Type="http://schemas.openxmlformats.org/officeDocument/2006/relationships/slide" Target="/ppt/slides/slide15.xml" Id="Rd94580cfdab74e33" /><Relationship Type="http://schemas.openxmlformats.org/officeDocument/2006/relationships/slide" Target="/ppt/slides/slide16.xml" Id="Rd4896702f0d04845" /><Relationship Type="http://schemas.openxmlformats.org/officeDocument/2006/relationships/slide" Target="/ppt/slides/slide17.xml" Id="R28a6baaa86cd4f09" /><Relationship Type="http://schemas.openxmlformats.org/officeDocument/2006/relationships/slide" Target="/ppt/slides/slide18.xml" Id="Rd55cd0b80d0241a8" /><Relationship Type="http://schemas.openxmlformats.org/officeDocument/2006/relationships/slide" Target="/ppt/slides/slide19.xml" Id="Re2537fabaa964cd2" /><Relationship Type="http://schemas.openxmlformats.org/officeDocument/2006/relationships/slide" Target="/ppt/slides/slide20.xml" Id="R9d0079af630a42e9" /><Relationship Type="http://schemas.openxmlformats.org/officeDocument/2006/relationships/slide" Target="/ppt/slides/slide21.xml" Id="Rb2c16662a6184ce4" /><Relationship Type="http://schemas.openxmlformats.org/officeDocument/2006/relationships/slide" Target="/ppt/slides/slide22.xml" Id="R6bf322df4bfd4b2b" /><Relationship Type="http://schemas.openxmlformats.org/officeDocument/2006/relationships/slide" Target="/ppt/slides/slide23.xml" Id="Re92897eda57a40e8" /><Relationship Type="http://schemas.openxmlformats.org/officeDocument/2006/relationships/slide" Target="/ppt/slides/slide24.xml" Id="R1bee62c60b3d47ab" /><Relationship Type="http://schemas.openxmlformats.org/officeDocument/2006/relationships/slide" Target="/ppt/slides/slide25.xml" Id="Rb5eeaa65b57d4566" /><Relationship Type="http://schemas.openxmlformats.org/officeDocument/2006/relationships/slide" Target="/ppt/slides/slide26.xml" Id="R2d657418552042e3" /><Relationship Type="http://schemas.openxmlformats.org/officeDocument/2006/relationships/slide" Target="/ppt/slides/slide27.xml" Id="Rd95a8547616c47b3" /><Relationship Type="http://schemas.openxmlformats.org/officeDocument/2006/relationships/slide" Target="/ppt/slides/slide28.xml" Id="Reaf6b294b02a4fac" /><Relationship Type="http://schemas.openxmlformats.org/officeDocument/2006/relationships/slide" Target="/ppt/slides/slide29.xml" Id="R7b9b1cc124b44d02" /><Relationship Type="http://schemas.openxmlformats.org/officeDocument/2006/relationships/slide" Target="/ppt/slides/slide30.xml" Id="R96692df1dfda4a3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d42631e19a47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f75824c5e4b90" /><Relationship Type="http://schemas.openxmlformats.org/officeDocument/2006/relationships/notesMaster" Target="/ppt/notesMasters/notesMaster1.xml" Id="R9f92c132251047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30b4f6352463b" /><Relationship Type="http://schemas.openxmlformats.org/officeDocument/2006/relationships/notesMaster" Target="/ppt/notesMasters/notesMaster1.xml" Id="Rf5a2486e3a6444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d983dc12ae434a" /><Relationship Type="http://schemas.openxmlformats.org/officeDocument/2006/relationships/notesMaster" Target="/ppt/notesMasters/notesMaster1.xml" Id="R289ad5c51b2649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2e81adc8e9400c" /><Relationship Type="http://schemas.openxmlformats.org/officeDocument/2006/relationships/notesMaster" Target="/ppt/notesMasters/notesMaster1.xml" Id="Rac50f8dcb9fb43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adfcb85c424925" /><Relationship Type="http://schemas.openxmlformats.org/officeDocument/2006/relationships/notesMaster" Target="/ppt/notesMasters/notesMaster1.xml" Id="R223c05f7121a43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65d60fc8d554fa3" /><Relationship Type="http://schemas.openxmlformats.org/officeDocument/2006/relationships/notesMaster" Target="/ppt/notesMasters/notesMaster1.xml" Id="R8dd72d9377eb4c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b573c1634f48d3" /><Relationship Type="http://schemas.openxmlformats.org/officeDocument/2006/relationships/notesMaster" Target="/ppt/notesMasters/notesMaster1.xml" Id="R76f9b88620c341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3e1ea74b244f7" /><Relationship Type="http://schemas.openxmlformats.org/officeDocument/2006/relationships/notesMaster" Target="/ppt/notesMasters/notesMaster1.xml" Id="R63eae5c25e0f4f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4aa95f06c4b14" /><Relationship Type="http://schemas.openxmlformats.org/officeDocument/2006/relationships/notesMaster" Target="/ppt/notesMasters/notesMaster1.xml" Id="Ra429be6377f84c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573665331c4f27" /><Relationship Type="http://schemas.openxmlformats.org/officeDocument/2006/relationships/notesMaster" Target="/ppt/notesMasters/notesMaster1.xml" Id="R66f74152892046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ee540d52034b23" /><Relationship Type="http://schemas.openxmlformats.org/officeDocument/2006/relationships/notesMaster" Target="/ppt/notesMasters/notesMaster1.xml" Id="R6153908a51fb4f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270c0adb5e471e" /><Relationship Type="http://schemas.openxmlformats.org/officeDocument/2006/relationships/notesMaster" Target="/ppt/notesMasters/notesMaster1.xml" Id="Ra6f1e5e3363f4d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c8e97880d144413" /><Relationship Type="http://schemas.openxmlformats.org/officeDocument/2006/relationships/notesMaster" Target="/ppt/notesMasters/notesMaster1.xml" Id="R6ab150c409d04c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5c01e263c4477f" /><Relationship Type="http://schemas.openxmlformats.org/officeDocument/2006/relationships/notesMaster" Target="/ppt/notesMasters/notesMaster1.xml" Id="Rc0de0f87624b48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583fdb74704cc5" /><Relationship Type="http://schemas.openxmlformats.org/officeDocument/2006/relationships/notesMaster" Target="/ppt/notesMasters/notesMaster1.xml" Id="R82d0dcfbd84a42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41d6ad370a4eae" /><Relationship Type="http://schemas.openxmlformats.org/officeDocument/2006/relationships/notesMaster" Target="/ppt/notesMasters/notesMaster1.xml" Id="R0a1e0b6d86c04b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87f680739ad45d7" /><Relationship Type="http://schemas.openxmlformats.org/officeDocument/2006/relationships/notesMaster" Target="/ppt/notesMasters/notesMaster1.xml" Id="R64ba434ae6614a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54ec8b662cf457b" /><Relationship Type="http://schemas.openxmlformats.org/officeDocument/2006/relationships/notesMaster" Target="/ppt/notesMasters/notesMaster1.xml" Id="R9f5d3c7eb3a645d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c7f409740dc4c76" /><Relationship Type="http://schemas.openxmlformats.org/officeDocument/2006/relationships/notesMaster" Target="/ppt/notesMasters/notesMaster1.xml" Id="R9cb22f0a6d744ea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2cf9fb565054629" /><Relationship Type="http://schemas.openxmlformats.org/officeDocument/2006/relationships/notesMaster" Target="/ppt/notesMasters/notesMaster1.xml" Id="R9ba97ef9f8ae45b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45efb5e9404884" /><Relationship Type="http://schemas.openxmlformats.org/officeDocument/2006/relationships/notesMaster" Target="/ppt/notesMasters/notesMaster1.xml" Id="R796fc8afa69949d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f965efed8714d2a" /><Relationship Type="http://schemas.openxmlformats.org/officeDocument/2006/relationships/notesMaster" Target="/ppt/notesMasters/notesMaster1.xml" Id="R6653e8c5a8f1458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2219e4d789a44a6" /><Relationship Type="http://schemas.openxmlformats.org/officeDocument/2006/relationships/notesMaster" Target="/ppt/notesMasters/notesMaster1.xml" Id="R89654cd0875b40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f51f5c793a64d00" /><Relationship Type="http://schemas.openxmlformats.org/officeDocument/2006/relationships/notesMaster" Target="/ppt/notesMasters/notesMaster1.xml" Id="Raa298c4cd8884ab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0ca8ef5fcb4d8d" /><Relationship Type="http://schemas.openxmlformats.org/officeDocument/2006/relationships/notesMaster" Target="/ppt/notesMasters/notesMaster1.xml" Id="Rfb7fdcc753e744d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8dc92cd53744c4" /><Relationship Type="http://schemas.openxmlformats.org/officeDocument/2006/relationships/notesMaster" Target="/ppt/notesMasters/notesMaster1.xml" Id="Rc47f2e7c89ae41d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5c76310f3af42d0" /><Relationship Type="http://schemas.openxmlformats.org/officeDocument/2006/relationships/notesMaster" Target="/ppt/notesMasters/notesMaster1.xml" Id="R7954f9e211734e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52d58190164ee9" /><Relationship Type="http://schemas.openxmlformats.org/officeDocument/2006/relationships/notesMaster" Target="/ppt/notesMasters/notesMaster1.xml" Id="Rdf9e37be923b4f5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2f11775d20740dc" /><Relationship Type="http://schemas.openxmlformats.org/officeDocument/2006/relationships/notesMaster" Target="/ppt/notesMasters/notesMaster1.xml" Id="R08981a8ab818469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f8d77dd5ee4b1a" /><Relationship Type="http://schemas.openxmlformats.org/officeDocument/2006/relationships/notesMaster" Target="/ppt/notesMasters/notesMaster1.xml" Id="R697a91305ddc40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실습 코드 한 줄씩 읽기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5주차 첫 번째 수업의 다섯 예제 전체 소스를 행 번호와 함께 읽는 보조 교안이다. 챕터는 교안 본편의 1부~4부와 같다. 각 화면의 파란 설명은 행 묶음의 요점이고, 발표자 노트와 Markdown 원고에 매 줄의 설명이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이 교안을 읽는 방법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이 덱은 코드 리딩용 보조 자료다. 수업 대본의 시연 순서와 병행한다. 빈 줄에는 설명을 붙이지 않았다.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1부 시스템 식별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sysprobe.c · 25–40행 · main 진입과 uname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main 시그니처: 인자 검사를 위해 argc와 argv를 받는다.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26 main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27 이 프로그램은 인자를 받지 않는다: argc != 1이면 오류.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28 표준 오류로 사용법을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29 사용법 오류는 관례상 종료 상태 2다.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30 인자 검사의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31 구조체 선언: 아직 채워지지 않은 상태다.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32 uname 호출과 실패 검사를 한 식에 썼다.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33 실패 시 perror가 errno 문장을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34 조회 실패는 종료 상태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35 uname 블록의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36 sysname: 커널 이름(Linux, Darwin 등).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37 nodename: 네트워크상 호스트 이름.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38 release: 커널 릴리스 문자열.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39 version: 커널 빌드 정보 문자열.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40 machine: CPU 아키텍처 이름.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sysinfo_demo.c · 1–16행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주석 시작: 이 파일의 성격을 먼저 설명한다.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조건부 컴파일로 지원 환경을 가른다고 밝힌다.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__linux__가 정의된 경우에만 4–32행을 컴파일한다.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&lt;errno.h&gt;: perror용.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&lt;stdio.h&gt;: printf, perror, fflush용.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&lt;sys/sysinfo.h&gt;: struct sysinfo와 sysinfo(2) 선언(Linux).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08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09 main 정의: 인자도 반환값도 없다.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구조체 선언: 커널이 값을 채워 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 sysinfo 호출과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13 실패 시 오류 문장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조회 실패는 종료 상태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15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16 uptime: 부팅 이후 경과 초를 %ld로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sysinfo_demo.c · 17–32행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17 주석: 환산 공식의 근거를 남긴다.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loadavg 출력 시작: %.2f 세 개를 찍는다.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19 1분 평균 = loads[0] / 2^SI_LOAD_SHIFT.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 5분 평균 = loads[1]을 같은 방식으로.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21 15분 평균 = loads[2]를 같은 방식으로.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22 procs: 현재 프로세스 수를 %u로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23 주석: 램 단위 환산 근거.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totalram에 mem_unit을 곱해 전체 램 바이트 수를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freeram도 같은 방식으로 가용 램을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26 mem_unit 자체도 출력해 계산을 검증할 수 있게 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27 fflush로 출력을 확정한다.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28 출력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29 실패 문장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30 종료 상태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31 정상 종료 0.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32 Linux 블록 main의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sysinfo_demo.c · 33–44행 · #else 분기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33 #else: __linux__가 아닌 환경용 분기다.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34 주석: 앞 분기가 Linux가 아님을 표시한다.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35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36 이 분기에서는 stdio만 필요하다.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37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38 대체 main 정의.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39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40 지원하지 않는 시스템임을 한 문장으로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안내 후 실패 상태 1로 종료한다.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42 대체 main의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43 #endif: 조건부 컴파일 종료.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44 파일의 끝(자동 개행 포함).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2부 sysconf와 경계값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sysprobe.c · 1–12행 · probe 함수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&lt;errno.h&gt;: errno와 perror에 필요하다.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&lt;inttypes.h&gt;: 넓은 정수 출력 변환 관례를 위해 포함했다.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&lt;stdio.h&gt;: printf, fprintf, perror, fflush 선언.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&lt;sys/utsname.h&gt;: struct utsname과 uname(2) 선언.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&lt;unistd.h&gt;: sysconf(3)와 _SC_ 상수 선언.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빈 줄로 전처리 지시와 본문을 나눈다.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주석 시작: 이 함수가 구현하는 계약의 요약이다.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08 "호출 직전에 0으로 만들고"가 곧 아래 11행이다.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09 probe 정의: 라벨은 오류 메시지에, name은 _SC_ 상수에 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 함수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errno=0: 호출 직전 초기화가 계약의 일부다.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 sysconf(name)의 반환은 long이다.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sysprobe.c · 13–23행 · probe 함수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13 -1 검사: 실패와 무한·미정의 두 뜻이 겹쳐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errno가 0이 아니면 진짜 실패다.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15 perror(label): 어느 조회가 실패했는지 라벨이 알려준다.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16 실패한 조회는 반환값 1로 보고한다.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17 errno!=0 갈래의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errno가 그대로 0이면 무한 또는 값을 정할 수 없다.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19 이 갈래는 실패가 아니므로 0을 반환한다.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 if (value == -1) 블록의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21 성공값은 %ld로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22 probe의 정상 반환.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23 probe 함수의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sysprobe.c · 41–52행 · sysconf 호출과 종료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status를 0으로 초기화: 성공 여부를 누적한다.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42 온라인 CPU 수 조회.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43 메모리 페이지 크기 조회.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44 초당 clock tick 수 조회.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45 열린 파일 상한(soft 값) 조회.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46 exec 인자·환경 크기 상한 조회.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47 fflush: 버퍼에 남은 출력을 강제로 보낸다.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48 EOF 반환은 출력 실패다.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49 파이프가 닫혔으면 perror가 EPIPE를 보여 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50 출력 검사 블록의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51 status 반환: 하나라도 실패했으면 1이다.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52 main의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3부 자원 한계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limit_show.c · 1–16행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&lt;inttypes.h&gt;: uintmax_t와 %ju용.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&lt;stdio.h&gt;: printf, perror, fflush용.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&lt;sys/resource.h&gt;: getrlimit와 struct rlimit, RLIMIT_* 상수.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limit_entry 구조체 정의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name: 출력용 짧은 이름 필드.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resource: RLIMIT_ 상수를 담는 필드.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08 구조체 정의의 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09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 show 정의: 테이블 항목 하나를 받는다.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 struct rlimit 선언: rlim_cur와 rlim_max를 담는다.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13 getrlimit 호출과 실패 검사를 한 식에.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실패 시 항목 이름으로 오류를 보고한다.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15 이 함수는 실패를 반환값으로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16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limit_show.c · 17–28행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17 항목 이름을 왼쪽 정렬 7칸으로 출력한다. 표의 열이 맞는다.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soft가 무제한인지 검사한다.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19 무제한이면 soft=unlimited를 찍는다(아직 줄바꿈 없음).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 무제한이 아닌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21 rlim_t를 uintmax_t로 변환해 %ju로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22 hard가 무제한인지 검사한다.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23 무제한이면 hard=unlimited 뒤 줄을 바꿔 끝낸다.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유한한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hard 값 출력과 함께 줄이 끝난다.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26 show의 정상 반환 0.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27 show 함수의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28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limit_show.c · 29–48행 · main과 자원 표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29 main 정의: 인자 없이 실행한다.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30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31 static const 테이블: 프로그램 수명 동안 고정이다.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32 열린 파일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33 주소 공간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34 스택 크기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35 파일 크기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36 CPU 시간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37 사용자별 프로세스 수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38 코어 덤프 크기 상한.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39 테이블 초기화의 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40 status 초기화: 실패 여부를 모은다.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sizeof table / sizeof table[0]이 항목 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42 각 항목의 실패 비트를 |=로 누적한다.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43 fflush 검사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44 출력 실패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45 출력 실패는 종료 상태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46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47 status 반환.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48 main의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1–15행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&lt;errno.h&gt;: errno 검사용.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&lt;fcntl.h&gt;: open과 O_RDONLY용.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&lt;inttypes.h&gt;: %ju 출력용.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&lt;stdio.h&gt;: printf 계열.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&lt;stdlib.h&gt;: malloc, free, exit, strtoull용.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&lt;string.h&gt;: strcmp용.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&lt;sys/resource.h&gt;: rlimit API.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08 &lt;unistd.h&gt;: close용.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09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 print_limit 정의: 라벨(before/after)을 받는다.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 struct rlimit 선언.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13 RLIMIT_NOFILE를 조회한다.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실패 시 오류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15 이 헬퍼는 반환값이 없으므로 exit(1)로 즉시 종료한다.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16–34행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16 soft 무한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17 무한이면 soft=unlimited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유한한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19 soft 숫자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 hard 무한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21 무한이면 hard=unlimited로 줄을 끝낸다.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22 유한한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23 hard 숫자로 줄을 끝낸다.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print_limit의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26 main 정의.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27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28 --raise N 형태인지 판별한다.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29 인자 형태가 둘 중 하나인지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30 usage를 표준 오류로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31 사용법 오류는 2.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32 검사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33 실험 전 한계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34 빈 줄: --raise 블록으로 넘어간다.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35–52행 · --raise 인자 처리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35 --raise가 있을 때만 실행되는 블록.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36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37 변환 끝 위치를 받을 포인터.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38 strtoull 전에 errno를 0으로 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39 argv[2]를 10진수로 변환한다.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40 숫자가 아니거나 끼워진 문자가 있으면 실패다.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잘못된 인자를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42 사용법 오류 2.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43 검사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44 현재 한계를 읽기 위한 구조체.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45 getrlimit 호출과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46 오류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47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48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49 주석: 상향 규칙을 코드에 남긴다.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50 요청값을 rlim_t로 변환.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51 hard가 유한하고 요청이 더 크면.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52 요청을 hard로 제한한다.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53–72행 · 한계 변경과 측정 준비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53 next: soft=target, hard=그대로.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54 setrlimit 호출과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55 거부되면(예: EPERM)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56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57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58 변경 후 한계 출력: 눈으로 확인이 원칙.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59 --raise 블록의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60 빈 줄: 측정 단계로 넘어간다.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61 측정용 구조체.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62 현재(변경된) 한계를 다시 조회한다.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63 오류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64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65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66 cap: soft가 무한이면 안전한 상한 65536을 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67 열 FD 번호를 담을 배열을 할당한다.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68 할당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69 오류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70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71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72 지금까지 연 FD 수를 0으로 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73–90행 · FD 열기 반복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73 측정 반복문: opened &lt; cap.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74 /dev/null을 읽기 전용으로 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75 open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76 errno가 EMFILE이면 한계 도달이다.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77 반복을 탈출: 실험의 정상 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78 다른 오류면 보고하고.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79–80 지금까지 연 FD를 역순으로 모두 닫는다.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81 배열을 반환한다.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82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83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84 열린 fd를 배열에 저장하고 카운터를 늘린다.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85 반복문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86 결과 출력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87 배열이 다 찼으면(무한 한계 환경).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88 cap으로 멈췄음을 표시.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89 EMFILE이 아닌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90 EMFILE로 멈췄음을 표시.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nofile_demo.c · 91–106행 · 정리와 종료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91 close 실패 플래그 초기화.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92–94 역순으로 close하며 실패를 기록만 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95 배열 해제.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96 닫기 실패가 있었으면.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97 오류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98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99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실험 완료 문구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101 fflush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102 출력 실패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103 종료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104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105 정상 종료 0.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106 main의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4부 /proc 관찰 창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1–20행 · filter_lines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01 &lt;dirent.h&gt;: DIR, readdir용.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02 &lt;errno.h&gt;: errno 검사용.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03 &lt;stdio.h&gt;: fopen, fgets, fputs, fclose용.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04 &lt;string.h&gt;: strncmp, strcmp, strlen용.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05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06 주석: 함수의 반환 계약(-1 실패, 찾은 줄 수)을 적었다.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07 filter_lines 정의: 경로, 키 배열, 키 개수를 받는다.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08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09 /proc 파일도 일반 파일처럼 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 열기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 경로와 strerror(errno)를 함께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12 실패는 -1: 호출자가 구분한다.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13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14 한 줄 버퍼: proc(5)의 줄은 이 정도면 충분하다.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15 찾은 줄 수 카운터.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16 fgets가 NULL을 돌려줄 때까지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17 각 키와 차례로 비교한다.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18 strncmp로 줄이 키로 시작하는지 본다.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19 일치하면 그 줄을 그대로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 카운터 증가.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21–34행 · filter_lines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21 키 for문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22 fgets while문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23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24 ferror: 읽는 중 오류가 있었는지 검사한다.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25 오류 문장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26 열은 스트림을 닫는다.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27 실패는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28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29 fclose 반환값 검사: EOF면 실패다.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30 경로와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31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32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33 찾은 줄 수를 반환: 0도 유효한 결과다.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34 filter_lines의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35–55행 · first_line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35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36 first_line 정의: 경로만 받는다.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37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38 파일을 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39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40 경로와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41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42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43 한 줄 버퍼.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44 첫 줄을 읽는다: NULL이면 내용이 없다.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45 빈 파일임을 알린다.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46 스트림을 닫는다.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47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48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49 읽은 첫 줄을 그대로 출력한다.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50 fclose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51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52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53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54 정상 반환 0.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55 first_line의 닫는 중괄호.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56–76행 · count_fd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56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57 주석: readdir 계약의 핵심을 남긴다.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58 count_fd 정의: 인자 없이 고정 경로를 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59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60 자기 자신의 FD 디렉토리를 연다.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61 열기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62 경로와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63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64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65 개수 카운터.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66 조건 없는 for: 안에서 break로 나온다.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67 readdir 직전 errno=0: 지난 주 패턴 그대로.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68 다음 엔트리를 읽는다.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69 NULL이면 끝 또는 오류다.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70 errno가 남아 있으면 오류다.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71 오류 문장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72 디렉토리를 닫는다.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73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74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75 정상 끝: 반복을 탈출한다.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76 오류 검사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77–85행 · count_fd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77 항목 이름이 .도 ..도 아니면 세어 맞는다.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78 카운터 증가.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79 무한 for문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80 closedir 검사: 실패는 -1이다.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81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82 실패 -1.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83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84 세운 개수 반환: DIR 자체가 FD 하나를 추가했다.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86–104행 · main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86 빈 줄.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87 main 정의.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88 몸통 시작.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89 접두어 키 배열: 대소문자와 콜론까지 정확히.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90 실패 누적 카운터.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91 관찰 대상 머리글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92–93 status를 키 두 개로 필터링한다: 배열 크기로 개수를 넘긴다.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94 음수면 실패.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95 loadavg 머리글.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96 첫 줄 읽기 실패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97 실패 반영.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98 fd 머리글.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99 개수를 얻는다.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100 실패(음수)면.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101 실패 반영.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102 정상인 경우.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103 count 출력.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104 if/else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proc_probe.c · 105–110행 · main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105 fflush 검사.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106 오류 문장.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107 출력 실패는 1.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108 블록 닫음.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109 status 반환.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110 main의 닫는 중괄호: 파일의 끝.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코드 리딩을 마치며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교안 본편의 1부~4부 순서와 이 덱의 챕터가 일치한다. 발표자 노트의 줄 설명을 그대로 읽으며 진행할 수 있다.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15956e20e492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3778023-EB1D-4754-9A9A-CAF532F0E7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90000"/>
              </a:lnSpc>
              <a:buNone/>
            </a:pP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BE01915-0253-4B3D-8797-AE2A69736FA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24c0b5e81b4264" /><Relationship Type="http://schemas.openxmlformats.org/officeDocument/2006/relationships/slideLayout" Target="/ppt/slideLayouts/slideLayout1.xml" Id="R7e56fef08f1b4ce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3B618E3-E19C-4F31-9358-F7D5DCCAAF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>
            <a:pPr indent="0" algn="l">
              <a:lnSpc>
                <a:spcPct val="90000"/>
              </a:lnSpc>
              <a:buNone/>
            </a:pPr>
            <a:r>
              <a:rPr sz="4400" b="0" u="none" strike="noStrike">
                <a:solidFill>
                  <a:schemeClr val="dk1"/>
                </a:solidFill>
                <a:latin typeface="Calibri Light"/>
                <a:ea typeface="Calibri Light"/>
                <a:cs typeface="Calibri Light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A266F59-5C3E-4577-9851-B6429F75757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6fef08f1b4ce9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83c15f1f74d9e" /><Relationship Type="http://schemas.openxmlformats.org/officeDocument/2006/relationships/image" Target="/ppt/media/image.png" Id="R516107115fd64259" /><Relationship Type="http://schemas.openxmlformats.org/officeDocument/2006/relationships/notesSlide" Target="/ppt/notesSlides/notesSlide1.xml" Id="Rb15fce53c32546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161dcf0934e8b" /><Relationship Type="http://schemas.openxmlformats.org/officeDocument/2006/relationships/notesSlide" Target="/ppt/notesSlides/notesSlide2.xml" Id="R0ae31540c25b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26137c07d471f" /><Relationship Type="http://schemas.openxmlformats.org/officeDocument/2006/relationships/notesSlide" Target="/ppt/notesSlides/notesSlide3.xml" Id="Rde11f30a1a9c4b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7d830fc184902" /><Relationship Type="http://schemas.openxmlformats.org/officeDocument/2006/relationships/notesSlide" Target="/ppt/notesSlides/notesSlide4.xml" Id="Rf9460029f3e743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cfc742eea412b" /><Relationship Type="http://schemas.openxmlformats.org/officeDocument/2006/relationships/notesSlide" Target="/ppt/notesSlides/notesSlide5.xml" Id="Rf4f20d4600dc41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046c69b204080" /><Relationship Type="http://schemas.openxmlformats.org/officeDocument/2006/relationships/notesSlide" Target="/ppt/notesSlides/notesSlide6.xml" Id="Raa5d38ba318946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a0dfd8803460a" /><Relationship Type="http://schemas.openxmlformats.org/officeDocument/2006/relationships/notesSlide" Target="/ppt/notesSlides/notesSlide7.xml" Id="Rc3457ac63f4147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7e37be0504fa6" /><Relationship Type="http://schemas.openxmlformats.org/officeDocument/2006/relationships/notesSlide" Target="/ppt/notesSlides/notesSlide8.xml" Id="Rebf2002cda674c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000594bfb4373" /><Relationship Type="http://schemas.openxmlformats.org/officeDocument/2006/relationships/notesSlide" Target="/ppt/notesSlides/notesSlide9.xml" Id="Red50fa6fc8c446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9910c88e7495e" /><Relationship Type="http://schemas.openxmlformats.org/officeDocument/2006/relationships/notesSlide" Target="/ppt/notesSlides/notesSlide10.xml" Id="R42672dc80eb140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df51e75444977" /><Relationship Type="http://schemas.openxmlformats.org/officeDocument/2006/relationships/notesSlide" Target="/ppt/notesSlides/notesSlide11.xml" Id="R2a376d34916a48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1e53c7b76403e" /><Relationship Type="http://schemas.openxmlformats.org/officeDocument/2006/relationships/notesSlide" Target="/ppt/notesSlides/notesSlide12.xml" Id="R2be0f69199954d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e6a7678b04558" /><Relationship Type="http://schemas.openxmlformats.org/officeDocument/2006/relationships/notesSlide" Target="/ppt/notesSlides/notesSlide13.xml" Id="R1bee46525c984a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1f173529b4ae6" /><Relationship Type="http://schemas.openxmlformats.org/officeDocument/2006/relationships/notesSlide" Target="/ppt/notesSlides/notesSlide14.xml" Id="Ra194923af6cd45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fff6b6a1d4df5" /><Relationship Type="http://schemas.openxmlformats.org/officeDocument/2006/relationships/notesSlide" Target="/ppt/notesSlides/notesSlide15.xml" Id="R04a7098f758f4b8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989a8e84e4b2b" /><Relationship Type="http://schemas.openxmlformats.org/officeDocument/2006/relationships/notesSlide" Target="/ppt/notesSlides/notesSlide16.xml" Id="R88a1b8ea4da843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f061c3b57437a" /><Relationship Type="http://schemas.openxmlformats.org/officeDocument/2006/relationships/notesSlide" Target="/ppt/notesSlides/notesSlide17.xml" Id="Rc47a76181662401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6097a2764390" /><Relationship Type="http://schemas.openxmlformats.org/officeDocument/2006/relationships/notesSlide" Target="/ppt/notesSlides/notesSlide18.xml" Id="R05cd207f6cd3435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2fe23ebab46e2" /><Relationship Type="http://schemas.openxmlformats.org/officeDocument/2006/relationships/notesSlide" Target="/ppt/notesSlides/notesSlide19.xml" Id="R6338d23f6795405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8a1a1322043b8" /><Relationship Type="http://schemas.openxmlformats.org/officeDocument/2006/relationships/notesSlide" Target="/ppt/notesSlides/notesSlide20.xml" Id="Rba90041b1603400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c3058efec4179" /><Relationship Type="http://schemas.openxmlformats.org/officeDocument/2006/relationships/notesSlide" Target="/ppt/notesSlides/notesSlide21.xml" Id="R7013637072694e5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21e67b7d54a50" /><Relationship Type="http://schemas.openxmlformats.org/officeDocument/2006/relationships/notesSlide" Target="/ppt/notesSlides/notesSlide22.xml" Id="Rda7d421acffd4a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23f961a9a4b93" /><Relationship Type="http://schemas.openxmlformats.org/officeDocument/2006/relationships/notesSlide" Target="/ppt/notesSlides/notesSlide23.xml" Id="R075bce8724b240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3a411d4144b0f" /><Relationship Type="http://schemas.openxmlformats.org/officeDocument/2006/relationships/notesSlide" Target="/ppt/notesSlides/notesSlide24.xml" Id="R4c375dcf6daa43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93b5d936d4236" /><Relationship Type="http://schemas.openxmlformats.org/officeDocument/2006/relationships/notesSlide" Target="/ppt/notesSlides/notesSlide25.xml" Id="R32bacdc48422428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78ff001704545" /><Relationship Type="http://schemas.openxmlformats.org/officeDocument/2006/relationships/notesSlide" Target="/ppt/notesSlides/notesSlide26.xml" Id="R8e73dcced78e4f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0133e5da84e55" /><Relationship Type="http://schemas.openxmlformats.org/officeDocument/2006/relationships/notesSlide" Target="/ppt/notesSlides/notesSlide27.xml" Id="R09ecf73de6a445b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54f79c3f6475f" /><Relationship Type="http://schemas.openxmlformats.org/officeDocument/2006/relationships/notesSlide" Target="/ppt/notesSlides/notesSlide28.xml" Id="R7401e49a63da42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5b4b67f544e6d" /><Relationship Type="http://schemas.openxmlformats.org/officeDocument/2006/relationships/notesSlide" Target="/ppt/notesSlides/notesSlide29.xml" Id="Rd7deb18c6032403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069af22f04cda" /><Relationship Type="http://schemas.openxmlformats.org/officeDocument/2006/relationships/notesSlide" Target="/ppt/notesSlides/notesSlide30.xml" Id="R6c5e928dd30247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8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E0A8E-6141-4254-AAC7-7989DECA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200">
            <a:off x="-2520" y="5094000"/>
            <a:ext cx="1219212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BCC4E-8C0C-4AFA-89F5-AD706737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80"/>
            <a:ext cx="1082016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CSE232  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시스템프로그래밍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(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캡스톤디자인</a:t>
            </a:r>
            <a:r>
              <a:rPr sz="1729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sz="1729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6B268-3F72-4134-9D14-D062B63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280"/>
            <a:ext cx="1082016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250" b="0" u="none" strike="noStrike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5주차 첫 번째 수업 · 보조 자료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417F3-3214-4BC3-85EC-4E8CE16E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20"/>
            <a:ext cx="10820160" cy="169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실습 코드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465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한 줄씩 읽기</a:t>
            </a:r>
            <a:endParaRPr sz="4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DADF4-02D2-4B08-969C-AE5FBA1F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760"/>
            <a:ext cx="1082016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950" b="0" u="none" strike="noStrike">
                <a:solidFill>
                  <a:srgbClr val="000000"/>
                </a:solidFill>
                <a:latin typeface="Noto Sans CJK KR"/>
                <a:ea typeface="Noto Sans CJK KR"/>
                <a:cs typeface="Noto Sans CJK KR"/>
              </a:rPr>
              <a:t>경민기</a:t>
            </a:r>
            <a:endParaRPr sz="19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20DD9-000E-42C1-9A6E-12E575F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6107115fd64259"/>
          <a:stretch xmlns:a="http://schemas.openxmlformats.org/drawingml/2006/main"/>
        </p:blipFill>
        <p:spPr>
          <a:xfrm xmlns:a="http://schemas.openxmlformats.org/drawingml/2006/main">
            <a:off x="9360000" y="5657760"/>
            <a:ext cx="2520000" cy="821520"/>
          </a:xfrm>
          <a:prstGeom xmlns:a="http://schemas.openxmlformats.org/drawingml/2006/main" prst="rect">
            <a:avLst/>
          </a:prstGeom>
          <a:ln xmlns:a="http://schemas.openxmlformats.org/drawingml/2006/main" w="38160">
            <a:noFill/>
          </a:ln>
        </p:spPr>
      </p:pic>
    </p:spTree>
    <p:extLst>
      <p:ext uri="{BB962C8B-B14F-4D97-AF65-F5344CB8AC3E}">
        <p14:creationId xmlns:p14="http://schemas.microsoft.com/office/powerpoint/2010/main" val="14552795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411E6-9728-4DE2-A02D-2C03F91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이 교안을 읽는 방법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558E4-8FE7-43DE-A238-EE41C1F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796DA-459D-4E6A-AD22-1F67FD9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왼쪽은 labs/class05-01의 소스를 행 번호와 함께 그대로 옮긴 것입니다.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55DF7-D4F5-493B-A01E-B64B8D69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파란 글자 설명은 그 화면 행들의 요점입니다. 코드와 색으로 구분됩니다.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7F96D-D4A3-4AFD-B0F2-E3B04E5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발표자 노트와 Markdown 원고에 매 줄의 설명이 있습니다.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1A4EF-B04B-4653-99F0-C7ADA00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104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챕터는 교안 본편과 같습니다: 1부 시스템 식별, 2부 sysconf, 3부 자원 한계, 4부 /proc.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249A2-9171-4F7C-944B-67C7B80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sysprobe.c는 1부(main의 uname 블록)와 2부(probe 함수)에서 함께 씁니다.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90DAF-386C-45EA-84B1-BF886FA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총 5개 예제 · 360행 · 챕터 1부~4부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43884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0D1D2-309D-4F60-B479-68CF9E5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326D3-36FC-4BB8-B278-D35A8BF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1부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시스템 식별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36058-1765-4A28-9D57-9A1A0F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A8C56-4B07-423F-80DE-0016299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104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uname과 sysinfo로 실행 환경을 확인합니다 · sysprobe.c main 블록, sysinfo_demo.c 전체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8497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sysprobe.c · 25–40행 · main 진입과 uname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25  int main(int argc, char **argv)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26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27      if (argc != 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28          fprintf(stderr, "usage: %s\n", argv[0]);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29          return 2;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30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31      struct utsname u;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32      if (uname(&amp;u)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33          perror("uname");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34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35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36      printf("sysname=%s\n", u.sysname);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37      printf("nodename=%s\n", u.nodename);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38      printf("release=%s\n", u.release);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39      printf("version=%s\n", u.version);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40      printf("machine=%s\n", u.machine);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25–30행 · main 진입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인자 없는 프로그램: 인자가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있으면 usage와 종료 2.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31–35행 · uname 호출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구조체를 채우게 하고 실패를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perror와 종료 1로 보고한다.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36–40행 · 식별 출력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sysname·nodename·release를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차례로 출력하기 시작한다.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labs/class05-01/sysprobe.c · 총 52행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sysinfo_demo.c · 1–16행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01  /* sysinfo(2)는 Linux 전용 인터페이스다.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02     이 파일에서는 조건부 컴파일로 지원 환경을 구분한다.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03  #if defined(__linux__)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04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05  #include &lt;errno.h&gt;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06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07  #include &lt;sys/sysinfo.h&gt;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08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09  int main(void)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      struct sysinfo si;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12      if (sysinfo(&amp;si)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13          perror("sysinfo");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14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15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16      printf("uptime=%ld sec\n", si.uptime);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1–2행 · 파일 주석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Linux 전용임을 먼저 밝히고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조건부 컴파일을 예고한다.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3행 · #if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__linux__일 때만 이 아래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블록을 컴파일한다.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11–16행 · 조회와 uptime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sysinfo가 구조체를 채우고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성공 뒤 가동 시간을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labs/class05-01/sysinfo_demo.c · 총 44행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sysinfo_demo.c · 17–32행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      /* loads는 65536을 1로 하는 고정소수점 값이다.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18      printf("loadavg=%.2f %.2f %.2f\n",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19             (double)si.loads[0] / (1 &lt;&lt; SI_LOAD_SHIFT),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             (double)si.loads[1] / (1 &lt;&lt; SI_LOAD_SHIFT),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21             (double)si.loads[2] / (1 &lt;&lt; SI_LOAD_SHIFT));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22      printf("procs=%u\n", si.procs);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23      /* 램 크기는 필드 값에 mem_unit을 곱해 바이트로 환산한다.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24      printf("totalram=%lu bytes\n", si.totalram * (unsigned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long)si.mem_unit);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25      printf("freeram=%lu bytes\n", si.freeram * (unsigned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long)si.mem_unit);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26      printf("mem_unit=%u\n", si.mem_unit);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27      if (fflush(stdout)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28          perror("stdout");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29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30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31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32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17–21행 · loadavg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loads는 65536이 1인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고정소수점이다. 나눠서 환산한다.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22–26행 · 램과 단위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필드 값에 mem_unit을 곱해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바이트로 만들어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27–32행 · 종료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flush 뒤 0을 반환해 Linux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블록을 마친다.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labs/class05-01/sysinfo_demo.c · 총 44행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sysinfo_demo.c · 33–44행 · #else 분기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33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34  #else /* not __linux__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35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36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37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38  int main(void)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39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40      puts("sysinfo(2) is Linux-only: not available on this system");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41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42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43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44  #endif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33–36행 · #else 분기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Linux가 아니면 stdio만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넣고 다른 main을 컴파일한다.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38–42행 · 안내와 실패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전용 인터페이스가 없음을 알리고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종료 상태 1로 끝낸다.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43–44행 · #endif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조건부 컴파일의 끝. 두 main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중 하나만 존재한다.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labs/class05-01/sysinfo_demo.c · 총 44행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0D1D2-309D-4F60-B479-68CF9E5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326D3-36FC-4BB8-B278-D35A8BF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2부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sysconf와 경계값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36058-1765-4A28-9D57-9A1A0F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A8C56-4B07-423F-80DE-0016299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실행 시점에 경계값을 조회합니다 · sysprobe.c의 probe 함수와 sysconf 호출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849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sysprobe.c · 1–12행 · probe 함수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01  #include &lt;errno.h&gt;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02  #include &lt;inttypes.h&gt;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03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04  #include &lt;sys/utsname.h&gt;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05  #include &lt;unistd.h&gt;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06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07  /* sysconf는 실패해도 errno를 바꾸지 않을 수 있으므로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08     호출 직전에 0으로 만들고 -1의 의미를 나누어 본다.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09  static int probe(const char *label, int name)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      errno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12      long value = sysconf(name);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1–5행 · 헤더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errno, printf, uname,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sysconf 선언을 얻는다.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7–8행 · 계약 주석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sysconf는 실패해도 errno를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안 바꿀 수 있음을 적어 두었다.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9–12행 · probe 시작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호출 직전 errno=0, 그리고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sysconf 호출로 long을 받는다.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labs/class05-01/sysprobe.c · 총 52행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sysprobe.c · 13–23행 · probe 함수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13      if (value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14          if (errno !=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15              perror(label);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16    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18          printf("%s=unlimited\n", label);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19    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21      printf("%s=%ld\n", label, value);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22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23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13–17행 · 실패 갈래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-1에 errno가 남아 있으면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perror로 보고하고 1을 반환한다.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18–19행 · 무한 갈래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errno가 0이면 unlimited를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찍고 실패로 세지 않는다.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21–23행 · 성공 경로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값을 %ld로 출력하고 0을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반환해 probe를 마친다.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labs/class05-01/sysprobe.c · 총 52행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sysprobe.c · 41–52행 · sysconf 호출과 종료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41      int status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42      status |= probe("cpus_online", _SC_NPROCESSORS_ONLN);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43      status |= probe("pagesize", _SC_PAGESIZE);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44      status |= probe("clk_tck", _SC_CLK_TCK);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45      status |= probe("open_max", _SC_OPEN_MAX);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46      status |= probe("arg_max", _SC_ARG_MAX);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47      if (fflush(stdout)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48          perror("stdout");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49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50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51      return status;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52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41–46행 · sysconf 다섯 값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같은 probe 함수로 조회하고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실패 비트를 status에 모은다.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47–50행 · 출력 flush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stdout 버퍼를 확실히 비우고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파이프 끊김까지 검사한다.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51–52행 · 종료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모은 status가 곧 프로그램의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종료 상태가 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labs/class05-01/sysprobe.c · 총 52행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0D1D2-309D-4F60-B479-68CF9E5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326D3-36FC-4BB8-B278-D35A8BF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3부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자원 한계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36058-1765-4A28-9D57-9A1A0F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A8C56-4B07-423F-80DE-0016299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104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getrlimit과 setrlimit으로 프로세스의 상한을 다룹니다 · limit_show.c, nofile_demo.c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849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limit_show.c · 1–16행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01  #include &lt;inttypes.h&gt;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02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03  #include &lt;sys/resource.h&gt;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04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05  struct limit_entry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06      const char *name;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07      int resource;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08  };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09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  static int show(const struct limit_entry *entry)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12      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13      if (getrlimit(entry-&gt;resource,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14          perror(entry-&gt;name);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15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16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1–3행 · 헤더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inttypes와 stdio, 그리고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struct rlimit 선언을 얻는다.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5–8행 · 자료 구조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자원의 이름과 RLIMIT 상수를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짝지은 작은 구조체다.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12–16행 · getrlimit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자원을 조회해 구조체를 채우고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실패를 검사한다.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labs/class05-01/limit_show.c · 총 48행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limit_show.c · 17–28행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      printf("%-7s", entry-&gt;name);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18      if (rl.rlim_cur == RLIM_INFINITY)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19          printf(" soft=unlimited");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      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21          printf(" soft=%ju", (uintmax_t)rl.rlim_cur);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22      if (rl.rlim_max == RLIM_INFINITY)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23          printf(" hard=unlimited\n");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24      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25          printf(" hard=%ju\n", (uintmax_t)rl.rlim_max);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26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27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28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17행 · 이름 출력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%-7s로 이름 칸을 고정폭으로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맞춘다.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18–21행 · soft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RLIM_INFINITY면 unlimited,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아니면 %ju로 숫자를 찍는다.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22–26행 · hard와 반환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같은 방식으로 hard를 출력하고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줄을 마쳐 0을 반환한다.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labs/class05-01/limit_show.c · 총 48행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limit_show.c · 29–48행 · main과 자원 표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29  int main(void)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30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31      static const struct limit_entry table[] =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32          {"nofile", RLIMIT_NOFILE},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33          {"as",     RLIMIT_AS},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34          {"stack",  RLIMIT_STACK},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35          {"fsize",  RLIMIT_FSIZE},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36          {"cpu",    RLIMIT_CPU},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37          {"nproc",  RLIMIT_NPROC},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38          {"core",   RLIMIT_CORE},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39      };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40      int status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41      for (size_t i = 0; i &lt; sizeof table / sizeof table[0]; ++i)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42          status |= show(&amp;table[i]);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43      if (fflush(stdout)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44          perror("stdout");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45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46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47      return status;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48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31–39행 · 자원 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일곱 종류의 RLIMIT 이름과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상수를 짝지어 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40–42행 · 반복 조회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sizeof로 항목 수를 계산해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show를 각각 호출한다.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43–48행 · 종료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flush 검사 뒤 모은 status를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종료 상태로 돌려준다.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labs/class05-01/limit_show.c · 총 48행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1–15행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01  #include &lt;errno.h&gt;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02  #include &lt;fcntl.h&gt;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03  #include &lt;inttypes.h&gt;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04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05  #include &lt;stdlib.h&gt;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06  #include &lt;string.h&gt;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07  #include &lt;sys/resource.h&gt;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08  #include &lt;unistd.h&gt;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09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  static void print_limit(const char *label)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12      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13      if (getrlimit(RLIMIT_NOFILE,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14          perror("getrlimit");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15          exit(1);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1–8행 · 헤더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open, malloc, strcmp,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getrlimit 등에 필요한 선언.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10–13행 · print_limit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FD 한계를 조회해 구조체에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채우는 작은 헬퍼다.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14–15행 · 실패 처리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조사 헬퍼는 exit(1)로 바로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끝낸다: 이후 진행이 무의미하다.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16–34행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16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      if (rl.rlim_cur == RLIM_INFINITY)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18          printf("%s soft=unlimited", label);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19      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          printf("%s soft=%ju", label, (uintmax_t)rl.rlim_cur);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21      if (rl.rlim_max == RLIM_INFINITY)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22          printf(" hard=unlimited\n");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23      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24          printf(" hard=%ju\n", (uintmax_t)rl.rlim_max);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25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26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27  int main(int argc, char **argv)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28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29      int raise_requested = argc == 3 &amp;&amp; strcmp(argv[1], "--raise")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==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30      if (!(argc == 1 || raise_requested))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31          fprintf(stderr, "usage: %s [--raise N]\n", argv[0]);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32          return 2;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33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34      print_limit("before");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16–24행 · 한계 출력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soft·hard 각각 무한 여부를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가려 한 줄로 찍는다.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27–33행 · 인자 검사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인자 없음 또는 --raise N만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허용하고, 아니면 usage와 2.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34행 · before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실험 전 현재 한계를 먼저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기록해 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35–52행 · --raise 인자 처리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35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36      if (raise_requested)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37          char *end = NULL;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38          errno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39          unsigned long long want = strtoull(argv[2], &amp;end, 10);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40          if (end == argv[2] || *end != '\0' || errno !=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41              fprintf(stderr, "invalid number: %s\n", argv[2]);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42              return 2;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43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44          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45          if (getrlimit(RLIMIT_NOFILE,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46              perror("getrlimit");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47    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48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49          /* 일반 사용자는 hard까지 상향할 수 있다.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50          rlim_t target = (rlim_t)want;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51          if (rl.rlim_max != RLIM_INFINITY &amp;&amp; target &gt; rl.rlim_max)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52              target = rl.rlim_max;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37–43행 · 숫자 파싱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strtoull로 N을 읽고 끝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포인터와 errno로 검증한다.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44–48행 · 현재 한계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상향 전에 getrlimit로 hard를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49–52행 · 상한 계산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요청이 hard를 넘으면 hard로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낮춘다: 일반 사용자의 규칙.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53–72행 · 한계 변경과 측정 준비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53          struct rlimit next = { target, rl.rlim_max };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54          if (setrlimit(RLIMIT_NOFILE, &amp;next)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55              perror("setrlimit");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56    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57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58          print_limit("after 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59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60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61      struct rlimit rl;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62      if (getrlimit(RLIMIT_NOFILE, &amp;rl)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63          perror("getrlimit");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64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65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66      rlim_t cap = rl.rlim_cur == RLIM_INFINITY ? 65536 : rl.rlim_cur;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67      int *fds = malloc(sizeof *fds * (size_t)cap);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68      if (fds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69          perror("malloc");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70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71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72      int opened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53–58행 · setrlimit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새 soft와 기존 hard로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구조체를 만들어 적용한다.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58행 · after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변경 직후 한계를 다시 출력해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실제 값을 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61–67행 · 측정 준비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soft를 다시 읽고 배열 크기와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버퍼를 마련한다.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73–90행 · FD 열기 반복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73      while (opened &lt; (int)cap)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74          int fd = open("/dev/null", O_RDONLY);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75          if (fd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76              if (errno == EMFILE)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77                  break;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78              perror("open");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79              while (opened &gt;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80                  close(fds[--opened]);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81              free(fds);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82    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83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84          fds[opened++] = fd;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85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86      printf("opened=%d stopped=", opened);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87      if (opened == (int)cap)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88          printf("cap\n");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89      else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90          printf("EMFILE\n");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73–74행 · 반복과 open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배열이 찰 때까지 /dev/null을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계속 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75–82행 · EMFILE과 정리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EMFILE이면 실험 성공, 다른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오류면 다 닫고 실패 종료다.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84–90행 · 결과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연 FD를 저장하고 opened와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멈춘 이유를 출력한다.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nofile_demo.c · 91–106행 · 정리와 종료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91      int close_failed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92      while (opened &gt;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93          if (close(fds[--opened]) == -1)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94              close_failed =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95      free(fds);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96      if (close_failed)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97          perror("close");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98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99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100      printf("closed all descriptors\n");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101      if (fflush(stdout)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102          perror("stdout");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103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104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105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106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91–95행 · 자원 반환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연 순서의 반대로 모두 닫고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배열을 해제한다.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96–99행 · close 검사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닫기 실패까지 놓치지 않고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오류로 보고한다.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100–106행 · 종료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완료 문구와 flush 검사 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0으로 끝낸다.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labs/class05-01/nofile_demo.c · 총 106행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0D1D2-309D-4F60-B479-68CF9E5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24000"/>
            <a:ext cx="10477080" cy="228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326D3-36FC-4BB8-B278-D35A8BFB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2160000"/>
            <a:ext cx="1097244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4부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400" b="1" u="none" strike="noStrike">
                <a:solidFill>
                  <a:srgbClr val="173C57"/>
                </a:solidFill>
                <a:latin typeface="Noto Sans CJK KR"/>
                <a:ea typeface="Noto Sans CJK KR"/>
                <a:cs typeface="Noto Sans CJK KR"/>
              </a:rPr>
              <a:t>/proc 관찰 창</a:t>
            </a:r>
            <a:endParaRPr sz="3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36058-1765-4A28-9D57-9A1A0F52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6515280"/>
            <a:ext cx="9048240" cy="209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A8C56-4B07-423F-80DE-001629920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00" y="357444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999999"/>
                </a:solidFill>
                <a:latin typeface="Noto Sans CJK KR"/>
                <a:ea typeface="Noto Sans CJK KR"/>
                <a:cs typeface="Noto Sans CJK KR"/>
              </a:rPr>
              <a:t>표준 API 바깥에서 Linux의 상태를 관찰합니다 · proc_probe.c 전체</a:t>
            </a:r>
            <a:endParaRPr sz="2400" b="0" u="none" strike="noStrike">
              <a:solidFill>
                <a:srgbClr val="999999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849756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1–20행 · filter_lines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01  #include &lt;dirent.h&gt;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02  #include &lt;errno.h&gt;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03  #include &lt;stdio.h&gt;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04  #include &lt;string.h&gt;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05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06  /* keys로 시작하는 줄만 화면에 남긴다. 실패는 -1, 성공은 찾은 줄 수.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07  static int filter_lines(const char *path, const char *const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keys[], size_t nkeys)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08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09      FILE *f = fopen(path, "r");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      if (f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          fprintf(stderr, "%s: %s\n", path,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12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13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14      char line[256];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15      int found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16      while (fgets(line, sizeof line, f) !=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17          for (size_t i = 0; i &lt; nkeys; ++i)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18              if (strncmp(line, keys[i], strlen(keys[i])) ==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19                  fputs(line, stdout);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20                  ++found;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1–4행 · 헤더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opendir·readdir, errno,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stdio, strncmp 선언.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6–7행 · 필터 설계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keys 접두어로 줄을 골라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찾은 줄 수를 돌려준다.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9–20행 · 열기와 반복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fopen 오류를 strerror로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알리고 fgets로 한 줄씩 읽는다.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21–34행 · filter_lines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21    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22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23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24      if (ferror(f))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25          fprintf(stderr, "%s: read error\n", path);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26          fclose(f);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27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28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29      if (fclose(f)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30          fprintf(stderr, "%s: %s\n", path,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31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32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33      return found;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34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21–23행 · 반복 닫음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키 반복과 줄 반복의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중괄호를 정리한다.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24–28행 · 읽기 오류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ferror로 fgets 실패를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EOF와 구분해 검사한다.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29–34행 · 닫기 검사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fclose 실패까지 확인하고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찾은 줄 수를 반환한다.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35–55행 · first_line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35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36  static int first_line(const char *path)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37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38      FILE *f = fopen(path, "r");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39      if (f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40          fprintf(stderr, "%s: %s\n", path,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41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42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43      char line[256];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44      if (fgets(line, sizeof line, f)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45          fprintf(stderr, "%s: empty\n", path);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46          fclose(f);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47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48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49      fputs(line, stdout);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50      if (fclose(f)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51          fprintf(stderr, "%s: %s\n", path,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52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53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54      return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55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36–42행 · 첫 줄 열기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fopen 오류를 같은 형식으로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알린다.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43–48행 · 빈 파일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fgets가 바로 NULL이면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내용이 없는 것이다.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49–55행 · 출력과 반환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첫 줄만 찍고 닫기 검사 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0을 반환한다.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56–76행 · count_fd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56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57  /* readdir의 NULL은 끝과 오류를 함께 표현하므로 errno로 나눈다. */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58  static int count_fd(void)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59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60      DIR *dir = opendir("/proc/self/fd");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61      if (dir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62          fprintf(stderr, "/proc/self/fd: %s\n",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63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64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65      int count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66      for (;;)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67          errno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68          struct dirent *ent = readdir(dir);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69          if (ent == NULL)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70              if (errno !=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71                  fprintf(stderr, "readdir: %s\n", strerror(errno));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72                  closedir(dir);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73        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74    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75              break;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76    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57–60행 · opendir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/proc/self/fd를 디렉토리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스트림으로 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65–68행 · errno=0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readdir 직전에 errno를 0으로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초기화한다.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69–76행 · NULL 판별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NULL은 끝 또는 오류: errno로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둘로 나눈다.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77–85행 · count_fd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77          if (strcmp(ent-&gt;d_name, ".") != 0 &amp;&amp; strcmp(ent-&gt;d_name,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"..") !=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78              ++count;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79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80      if (closedir(dir) == -1)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81          perror("closedir");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82          return -1;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83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84      return count;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85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77–78행 · 개수 세기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.과 ..만 제외한 이름마다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count를 늘린다.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80–83행 · 닫기 검사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closedir 실패도 반환값으로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확인한다.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84행 · 반환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open 중이던 스트림 자체도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항목이었다는 점을 기억한다.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86–104행 · main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86  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87  int main(void)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88 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89      static const char *const status_keys[] = {"VmRSS:", "Threads:"};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90      int status = 0;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91      printf("[/proc/self/status]\n");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92      if (filter_lines("/proc/self/status", status_keys,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93                       sizeof status_keys / sizeof status_keys[0]) &lt;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      ↳ 0)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94          status =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95      printf("[/proc/loadavg]\n");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96      if (first_line("/proc/loadavg") == -1)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97          status =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98      printf("[/proc/self/fd]\n");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99      int count = count_fd();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100      if (count &lt; 0)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101          status =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102      } else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103          printf("count=%d\n", count);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104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89행 · 필터 키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status에서 VmRSS와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Threads 줄만 골라낸다.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90–97행 · 관찰 3종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status 필터, loadavg 첫 줄,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각 실패를 status에 모은다.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98–104행 · fd 세기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count_fd 결과도 같은 방식으로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성공 여부에 반영한다.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3EC591C-CB18-41BF-BAAE-304E8410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98D283C-8B7D-48E7-9B62-68A0168B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proc_probe.c · 105–110행 · main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FF08457-12DA-486C-9145-14619AF4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43120"/>
            <a:ext cx="6972120" cy="39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600">
            <a:solidFill>
              <a:srgbClr val="8FA4B5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108000" tIns="90000" rIns="108000" bIns="9000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105      if (fflush(stdout) == EOF) {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106          perror("stdout");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107          return 1;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108    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109      return status;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defRPr>
            </a:pPr>
            <a:r>
              <a:rPr sz="1125" b="0" u="none" strike="noStrike">
                <a:solidFill>
                  <a:srgbClr val="263E54"/>
                </a:solidFill>
                <a:latin typeface="Noto Sans Mono CJK KR"/>
                <a:ea typeface="Noto Sans Mono CJK KR"/>
                <a:cs typeface="Noto Sans Mono CJK KR"/>
              </a:rPr>
              <a:t>110  }</a:t>
            </a:r>
            <a:endParaRPr sz="16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9A3249-90AC-4E53-B335-AB7DAB8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17431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105–108행 · flush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B9A8F1E-815C-47D3-A5FB-0A19373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21528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stdout을 확정하고 출력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실패를 검사한다.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45F3FF6C-F5E7-48CC-9E2B-E03ADE93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06720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109–110행 · 종료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91A9C58-F570-4640-BEA1-DA42DA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347652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모은 status를 반환한다: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하나라도 실패하면 1이다.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D05E9D0-60C8-47E0-A194-B1F6A56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390920"/>
            <a:ext cx="358092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1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관찰 요점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010A9F-30A0-415A-9793-45C3881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840" y="4800600"/>
            <a:ext cx="3580920" cy="904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같은 파일이 명령마다 다른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00000"/>
              </a:lnSpc>
              <a:buNone/>
              <a:defRPr sz="1800" b="0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 u="none" strike="noStrike">
                <a:solidFill>
                  <a:srgbClr val="1565D8"/>
                </a:solidFill>
                <a:latin typeface="Noto Sans CJK KR"/>
                <a:ea typeface="Noto Sans CJK KR"/>
                <a:cs typeface="Noto Sans CJK KR"/>
              </a:rPr>
              <a:t>값을 주는 이유를 설명한다.</a:t>
            </a: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28A1DD-ED6A-40C6-94F4-1FBBF361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labs/class05-01/proc_probe.c · 총 110행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584728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411E6-9728-4DE2-A02D-2C03F91D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781200"/>
            <a:ext cx="10972440" cy="618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3300" b="1" u="none" strike="noStrike">
                <a:solidFill>
                  <a:srgbClr val="111111"/>
                </a:solidFill>
                <a:latin typeface="Noto Sans CJK KR"/>
                <a:ea typeface="Noto Sans CJK KR"/>
                <a:cs typeface="Noto Sans CJK KR"/>
              </a:rPr>
              <a:t>코드 리딩을 마치며</a:t>
            </a:r>
            <a:endParaRPr sz="33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558E4-8FE7-43DE-A238-EE41C1FA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1620000"/>
            <a:ext cx="11520000" cy="0"/>
          </a:xfrm>
          <a:prstGeom xmlns:a="http://schemas.openxmlformats.org/drawingml/2006/main" prst="line">
            <a:avLst/>
          </a:prstGeom>
          <a:ln xmlns:a="http://schemas.openxmlformats.org/drawingml/2006/main" w="38160">
            <a:solidFill>
              <a:srgbClr val="FF8000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5000" rIns="90000" bIns="-4500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endParaRPr sz="1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796DA-459D-4E6A-AD22-1F67FD9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1764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다섯 예제 모두 조회 성공 뒤에만 결과를 사용했습니다.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55DF7-D4F5-493B-A01E-B64B8D69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2538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sysconf와 readdir는 호출 직전 errno=0으로 초기화하는 같은 계약을 공유합니다.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7F96D-D4A3-4AFD-B0F2-E3B04E57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3312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rlim_t와 long처럼 자료형은 출력 변환으로 명확히 했습니다.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1A4EF-B04B-4653-99F0-C7ADA00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086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실패 경로에서도 연 자원은 모두 닫았습니다.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249A2-9171-4F7C-944B-67C7B801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00" y="4860000"/>
            <a:ext cx="10908000" cy="56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6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</a:pPr>
            <a:r>
              <a:rPr sz="2400" b="0" u="none" strike="noStrike">
                <a:solidFill>
                  <a:srgbClr val="23384B"/>
                </a:solidFill>
                <a:latin typeface="Noto Sans CJK KR"/>
                <a:ea typeface="Noto Sans CJK KR"/>
                <a:cs typeface="Noto Sans CJK KR"/>
              </a:rPr>
              <a:t>챕터별 매 줄 설명은 발표자 노트와 Markdown 원고에 함께 있습니다.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90DAF-386C-45EA-84B1-BF886FA6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924520"/>
            <a:ext cx="109342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80" b="0" u="none" strike="noStrike">
                <a:solidFill>
                  <a:srgbClr val="666666"/>
                </a:solidFill>
                <a:latin typeface="Noto Sans CJK KR"/>
                <a:ea typeface="Noto Sans CJK KR"/>
                <a:cs typeface="Noto Sans CJK KR"/>
              </a:rPr>
              <a:t>5주차 첫 번째 수업 · 보조 자료</a:t>
            </a:r>
            <a:endParaRPr sz="158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4388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ChatGP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2026-09-27T08:12:36.7260000Z</dcterms:created>
  <dcterms:modified xsi:type="dcterms:W3CDTF">2026-09-27T08:12:36.7260000Z</dcterms:modified>
</coreProperties>
</file>