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e9e4458e614f59" /><Relationship Type="http://schemas.openxmlformats.org/officeDocument/2006/relationships/extended-properties" Target="/docProps/app.xml" Id="R982e025ae542426b" /><Relationship Type="http://schemas.openxmlformats.org/officeDocument/2006/relationships/officeDocument" Target="/ppt/presentation.xml" Id="R8759fff9ac8145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f7b790023d4811"/>
  </p:sldMasterIdLst>
  <p:notesMasterIdLst>
    <p:notesMasterId xmlns:r="http://schemas.openxmlformats.org/officeDocument/2006/relationships" r:id="R0290f0c2180b4c1c"/>
  </p:notesMasterIdLst>
  <p:sldIdLst>
    <p:sldId xmlns:r="http://schemas.openxmlformats.org/officeDocument/2006/relationships" id="256" r:id="R408949d90eba4a2c"/>
    <p:sldId xmlns:r="http://schemas.openxmlformats.org/officeDocument/2006/relationships" id="257" r:id="R68cff528ed8246df"/>
    <p:sldId xmlns:r="http://schemas.openxmlformats.org/officeDocument/2006/relationships" id="258" r:id="R98763b1cc8ab4983"/>
    <p:sldId xmlns:r="http://schemas.openxmlformats.org/officeDocument/2006/relationships" id="259" r:id="R72ece38bac86452a"/>
    <p:sldId xmlns:r="http://schemas.openxmlformats.org/officeDocument/2006/relationships" id="260" r:id="Rc65c4903f4ef4071"/>
    <p:sldId xmlns:r="http://schemas.openxmlformats.org/officeDocument/2006/relationships" id="261" r:id="Rb8f703190680412f"/>
    <p:sldId xmlns:r="http://schemas.openxmlformats.org/officeDocument/2006/relationships" id="262" r:id="R49761534116d4b3f"/>
    <p:sldId xmlns:r="http://schemas.openxmlformats.org/officeDocument/2006/relationships" id="263" r:id="R20c331bb687141ad"/>
    <p:sldId xmlns:r="http://schemas.openxmlformats.org/officeDocument/2006/relationships" id="264" r:id="R5062b8fcff2a42dd"/>
    <p:sldId xmlns:r="http://schemas.openxmlformats.org/officeDocument/2006/relationships" id="265" r:id="Rafedb135b014404f"/>
    <p:sldId xmlns:r="http://schemas.openxmlformats.org/officeDocument/2006/relationships" id="266" r:id="Ra9243296ba134255"/>
    <p:sldId xmlns:r="http://schemas.openxmlformats.org/officeDocument/2006/relationships" id="267" r:id="R1d253160a3694242"/>
    <p:sldId xmlns:r="http://schemas.openxmlformats.org/officeDocument/2006/relationships" id="268" r:id="Rc35cef7e94314dd0"/>
    <p:sldId xmlns:r="http://schemas.openxmlformats.org/officeDocument/2006/relationships" id="269" r:id="R157ba3d87799466b"/>
    <p:sldId xmlns:r="http://schemas.openxmlformats.org/officeDocument/2006/relationships" id="270" r:id="Rf149eb6985b9433d"/>
    <p:sldId xmlns:r="http://schemas.openxmlformats.org/officeDocument/2006/relationships" id="271" r:id="Rf3d621226df64cc6"/>
    <p:sldId xmlns:r="http://schemas.openxmlformats.org/officeDocument/2006/relationships" id="272" r:id="R449bd2caa89245f4"/>
    <p:sldId xmlns:r="http://schemas.openxmlformats.org/officeDocument/2006/relationships" id="273" r:id="R836bff608a2a4b87"/>
    <p:sldId xmlns:r="http://schemas.openxmlformats.org/officeDocument/2006/relationships" id="274" r:id="Rd1194349deda4f01"/>
    <p:sldId xmlns:r="http://schemas.openxmlformats.org/officeDocument/2006/relationships" id="275" r:id="Ra8bae9bac4ed45b1"/>
    <p:sldId xmlns:r="http://schemas.openxmlformats.org/officeDocument/2006/relationships" id="276" r:id="Ra44173a159e6416d"/>
    <p:sldId xmlns:r="http://schemas.openxmlformats.org/officeDocument/2006/relationships" id="277" r:id="Rf50438bc98bc427e"/>
    <p:sldId xmlns:r="http://schemas.openxmlformats.org/officeDocument/2006/relationships" id="278" r:id="R0b93a0c620694233"/>
    <p:sldId xmlns:r="http://schemas.openxmlformats.org/officeDocument/2006/relationships" id="279" r:id="Rf987b4bfd7964ddf"/>
    <p:sldId xmlns:r="http://schemas.openxmlformats.org/officeDocument/2006/relationships" id="280" r:id="R709555147df3428c"/>
    <p:sldId xmlns:r="http://schemas.openxmlformats.org/officeDocument/2006/relationships" id="281" r:id="R8ebbafcd03ee4787"/>
    <p:sldId xmlns:r="http://schemas.openxmlformats.org/officeDocument/2006/relationships" id="282" r:id="R40fe0ea323224805"/>
    <p:sldId xmlns:r="http://schemas.openxmlformats.org/officeDocument/2006/relationships" id="283" r:id="R1a80f2b44c504719"/>
    <p:sldId xmlns:r="http://schemas.openxmlformats.org/officeDocument/2006/relationships" id="284" r:id="R216119bd4f634375"/>
    <p:sldId xmlns:r="http://schemas.openxmlformats.org/officeDocument/2006/relationships" id="285" r:id="R0e0dc1b2ad054c19"/>
    <p:sldId xmlns:r="http://schemas.openxmlformats.org/officeDocument/2006/relationships" id="286" r:id="R22238ae4a6c54bac"/>
    <p:sldId xmlns:r="http://schemas.openxmlformats.org/officeDocument/2006/relationships" id="287" r:id="R64558257973a42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2800d9c6254d84" /><Relationship Type="http://schemas.openxmlformats.org/officeDocument/2006/relationships/slideMaster" Target="/ppt/slideMasters/slideMaster1.xml" Id="R88f7b790023d4811" /><Relationship Type="http://schemas.openxmlformats.org/officeDocument/2006/relationships/notesMaster" Target="/ppt/notesMasters/notesMaster1.xml" Id="R0290f0c2180b4c1c" /><Relationship Type="http://schemas.openxmlformats.org/officeDocument/2006/relationships/presProps" Target="/ppt/presProps.xml" Id="Rcb3a1d3acc974673" /><Relationship Type="http://schemas.openxmlformats.org/officeDocument/2006/relationships/tableStyles" Target="/ppt/tableStyles.xml" Id="Re8c0c4e7588b4b0d" /><Relationship Type="http://schemas.openxmlformats.org/officeDocument/2006/relationships/slide" Target="/ppt/slides/slide1.xml" Id="R408949d90eba4a2c" /><Relationship Type="http://schemas.openxmlformats.org/officeDocument/2006/relationships/slide" Target="/ppt/slides/slide2.xml" Id="R68cff528ed8246df" /><Relationship Type="http://schemas.openxmlformats.org/officeDocument/2006/relationships/slide" Target="/ppt/slides/slide3.xml" Id="R98763b1cc8ab4983" /><Relationship Type="http://schemas.openxmlformats.org/officeDocument/2006/relationships/slide" Target="/ppt/slides/slide4.xml" Id="R72ece38bac86452a" /><Relationship Type="http://schemas.openxmlformats.org/officeDocument/2006/relationships/slide" Target="/ppt/slides/slide5.xml" Id="Rc65c4903f4ef4071" /><Relationship Type="http://schemas.openxmlformats.org/officeDocument/2006/relationships/slide" Target="/ppt/slides/slide6.xml" Id="Rb8f703190680412f" /><Relationship Type="http://schemas.openxmlformats.org/officeDocument/2006/relationships/slide" Target="/ppt/slides/slide7.xml" Id="R49761534116d4b3f" /><Relationship Type="http://schemas.openxmlformats.org/officeDocument/2006/relationships/slide" Target="/ppt/slides/slide8.xml" Id="R20c331bb687141ad" /><Relationship Type="http://schemas.openxmlformats.org/officeDocument/2006/relationships/slide" Target="/ppt/slides/slide9.xml" Id="R5062b8fcff2a42dd" /><Relationship Type="http://schemas.openxmlformats.org/officeDocument/2006/relationships/slide" Target="/ppt/slides/slide10.xml" Id="Rafedb135b014404f" /><Relationship Type="http://schemas.openxmlformats.org/officeDocument/2006/relationships/slide" Target="/ppt/slides/slide11.xml" Id="Ra9243296ba134255" /><Relationship Type="http://schemas.openxmlformats.org/officeDocument/2006/relationships/slide" Target="/ppt/slides/slide12.xml" Id="R1d253160a3694242" /><Relationship Type="http://schemas.openxmlformats.org/officeDocument/2006/relationships/slide" Target="/ppt/slides/slide13.xml" Id="Rc35cef7e94314dd0" /><Relationship Type="http://schemas.openxmlformats.org/officeDocument/2006/relationships/slide" Target="/ppt/slides/slide14.xml" Id="R157ba3d87799466b" /><Relationship Type="http://schemas.openxmlformats.org/officeDocument/2006/relationships/slide" Target="/ppt/slides/slide15.xml" Id="Rf149eb6985b9433d" /><Relationship Type="http://schemas.openxmlformats.org/officeDocument/2006/relationships/slide" Target="/ppt/slides/slide16.xml" Id="Rf3d621226df64cc6" /><Relationship Type="http://schemas.openxmlformats.org/officeDocument/2006/relationships/slide" Target="/ppt/slides/slide17.xml" Id="R449bd2caa89245f4" /><Relationship Type="http://schemas.openxmlformats.org/officeDocument/2006/relationships/slide" Target="/ppt/slides/slide18.xml" Id="R836bff608a2a4b87" /><Relationship Type="http://schemas.openxmlformats.org/officeDocument/2006/relationships/slide" Target="/ppt/slides/slide19.xml" Id="Rd1194349deda4f01" /><Relationship Type="http://schemas.openxmlformats.org/officeDocument/2006/relationships/slide" Target="/ppt/slides/slide20.xml" Id="Ra8bae9bac4ed45b1" /><Relationship Type="http://schemas.openxmlformats.org/officeDocument/2006/relationships/slide" Target="/ppt/slides/slide21.xml" Id="Ra44173a159e6416d" /><Relationship Type="http://schemas.openxmlformats.org/officeDocument/2006/relationships/slide" Target="/ppt/slides/slide22.xml" Id="Rf50438bc98bc427e" /><Relationship Type="http://schemas.openxmlformats.org/officeDocument/2006/relationships/slide" Target="/ppt/slides/slide23.xml" Id="R0b93a0c620694233" /><Relationship Type="http://schemas.openxmlformats.org/officeDocument/2006/relationships/slide" Target="/ppt/slides/slide24.xml" Id="Rf987b4bfd7964ddf" /><Relationship Type="http://schemas.openxmlformats.org/officeDocument/2006/relationships/slide" Target="/ppt/slides/slide25.xml" Id="R709555147df3428c" /><Relationship Type="http://schemas.openxmlformats.org/officeDocument/2006/relationships/slide" Target="/ppt/slides/slide26.xml" Id="R8ebbafcd03ee4787" /><Relationship Type="http://schemas.openxmlformats.org/officeDocument/2006/relationships/slide" Target="/ppt/slides/slide27.xml" Id="R40fe0ea323224805" /><Relationship Type="http://schemas.openxmlformats.org/officeDocument/2006/relationships/slide" Target="/ppt/slides/slide28.xml" Id="R1a80f2b44c504719" /><Relationship Type="http://schemas.openxmlformats.org/officeDocument/2006/relationships/slide" Target="/ppt/slides/slide29.xml" Id="R216119bd4f634375" /><Relationship Type="http://schemas.openxmlformats.org/officeDocument/2006/relationships/slide" Target="/ppt/slides/slide30.xml" Id="R0e0dc1b2ad054c19" /><Relationship Type="http://schemas.openxmlformats.org/officeDocument/2006/relationships/slide" Target="/ppt/slides/slide31.xml" Id="R22238ae4a6c54bac" /><Relationship Type="http://schemas.openxmlformats.org/officeDocument/2006/relationships/slide" Target="/ppt/slides/slide32.xml" Id="R64558257973a42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04331326994a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cbdaee79fc43f5" /><Relationship Type="http://schemas.openxmlformats.org/officeDocument/2006/relationships/notesMaster" Target="/ppt/notesMasters/notesMaster1.xml" Id="R9f5665c3dc414f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da9f29cf6647c9" /><Relationship Type="http://schemas.openxmlformats.org/officeDocument/2006/relationships/notesMaster" Target="/ppt/notesMasters/notesMaster1.xml" Id="Ref33fdf9277c41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f7dde9bd2a4b8c" /><Relationship Type="http://schemas.openxmlformats.org/officeDocument/2006/relationships/notesMaster" Target="/ppt/notesMasters/notesMaster1.xml" Id="Ra6c8df05458b4f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4539e1959d4886" /><Relationship Type="http://schemas.openxmlformats.org/officeDocument/2006/relationships/notesMaster" Target="/ppt/notesMasters/notesMaster1.xml" Id="R4a7cfdbbd20a44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11264ce53b4282" /><Relationship Type="http://schemas.openxmlformats.org/officeDocument/2006/relationships/notesMaster" Target="/ppt/notesMasters/notesMaster1.xml" Id="Rb2e06d85bf7b40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ca629d60304de7" /><Relationship Type="http://schemas.openxmlformats.org/officeDocument/2006/relationships/notesMaster" Target="/ppt/notesMasters/notesMaster1.xml" Id="R08eedaa3c89242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7bbe2afa6f47c0" /><Relationship Type="http://schemas.openxmlformats.org/officeDocument/2006/relationships/notesMaster" Target="/ppt/notesMasters/notesMaster1.xml" Id="Rd86559e0febb40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765abd9ef84361" /><Relationship Type="http://schemas.openxmlformats.org/officeDocument/2006/relationships/notesMaster" Target="/ppt/notesMasters/notesMaster1.xml" Id="R57772e6a3b5a4c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bc752bf3984622" /><Relationship Type="http://schemas.openxmlformats.org/officeDocument/2006/relationships/notesMaster" Target="/ppt/notesMasters/notesMaster1.xml" Id="R06478727739647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f8d2b267f74c4d" /><Relationship Type="http://schemas.openxmlformats.org/officeDocument/2006/relationships/notesMaster" Target="/ppt/notesMasters/notesMaster1.xml" Id="Rd26ec4f08ee342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7b41c2c9704d83" /><Relationship Type="http://schemas.openxmlformats.org/officeDocument/2006/relationships/notesMaster" Target="/ppt/notesMasters/notesMaster1.xml" Id="R406facaa258645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db8e927b3448a4" /><Relationship Type="http://schemas.openxmlformats.org/officeDocument/2006/relationships/notesMaster" Target="/ppt/notesMasters/notesMaster1.xml" Id="R828b2130332c46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affe7c871748f9" /><Relationship Type="http://schemas.openxmlformats.org/officeDocument/2006/relationships/notesMaster" Target="/ppt/notesMasters/notesMaster1.xml" Id="Refba74b73c0f44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fffbe1d5984e9b" /><Relationship Type="http://schemas.openxmlformats.org/officeDocument/2006/relationships/notesMaster" Target="/ppt/notesMasters/notesMaster1.xml" Id="R843326c431004a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9ea3082e714a04" /><Relationship Type="http://schemas.openxmlformats.org/officeDocument/2006/relationships/notesMaster" Target="/ppt/notesMasters/notesMaster1.xml" Id="Rf8a21a1b31a941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f38ef2bb0e4e48" /><Relationship Type="http://schemas.openxmlformats.org/officeDocument/2006/relationships/notesMaster" Target="/ppt/notesMasters/notesMaster1.xml" Id="Ra9f287427fa342b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107c69ac8044ba3" /><Relationship Type="http://schemas.openxmlformats.org/officeDocument/2006/relationships/notesMaster" Target="/ppt/notesMasters/notesMaster1.xml" Id="Rb51edcfe1196422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10fd8277695416b" /><Relationship Type="http://schemas.openxmlformats.org/officeDocument/2006/relationships/notesMaster" Target="/ppt/notesMasters/notesMaster1.xml" Id="Ra0472c38b95044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a723ee4567438c" /><Relationship Type="http://schemas.openxmlformats.org/officeDocument/2006/relationships/notesMaster" Target="/ppt/notesMasters/notesMaster1.xml" Id="R9e1b0bd19da24f0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d47106ca04244cb" /><Relationship Type="http://schemas.openxmlformats.org/officeDocument/2006/relationships/notesMaster" Target="/ppt/notesMasters/notesMaster1.xml" Id="R13a1d32b5b3e4f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f6f670bada401b" /><Relationship Type="http://schemas.openxmlformats.org/officeDocument/2006/relationships/notesMaster" Target="/ppt/notesMasters/notesMaster1.xml" Id="R0a3b320ad64c4c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2fd7bcc2904605" /><Relationship Type="http://schemas.openxmlformats.org/officeDocument/2006/relationships/notesMaster" Target="/ppt/notesMasters/notesMaster1.xml" Id="R123d11a8d5f642d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0601b3b0a2d4e1d" /><Relationship Type="http://schemas.openxmlformats.org/officeDocument/2006/relationships/notesMaster" Target="/ppt/notesMasters/notesMaster1.xml" Id="R3cd64aafb59b435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b64315e20cd4df7" /><Relationship Type="http://schemas.openxmlformats.org/officeDocument/2006/relationships/notesMaster" Target="/ppt/notesMasters/notesMaster1.xml" Id="R3a36268dfb0e4a2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d8f8eb31ce04ccc" /><Relationship Type="http://schemas.openxmlformats.org/officeDocument/2006/relationships/notesMaster" Target="/ppt/notesMasters/notesMaster1.xml" Id="Rad49de1661db422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2ab7237172344c5" /><Relationship Type="http://schemas.openxmlformats.org/officeDocument/2006/relationships/notesMaster" Target="/ppt/notesMasters/notesMaster1.xml" Id="R6772a4c88434499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333718c28904d93" /><Relationship Type="http://schemas.openxmlformats.org/officeDocument/2006/relationships/notesMaster" Target="/ppt/notesMasters/notesMaster1.xml" Id="R7fc694de29cc48c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78c8e8a73649d6" /><Relationship Type="http://schemas.openxmlformats.org/officeDocument/2006/relationships/notesMaster" Target="/ppt/notesMasters/notesMaster1.xml" Id="R52cf0be99b3c465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14039f560834eb9" /><Relationship Type="http://schemas.openxmlformats.org/officeDocument/2006/relationships/notesMaster" Target="/ppt/notesMasters/notesMaster1.xml" Id="R31ce19032d99437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df03c91b3d45da" /><Relationship Type="http://schemas.openxmlformats.org/officeDocument/2006/relationships/notesMaster" Target="/ppt/notesMasters/notesMaster1.xml" Id="R94d79599e2f54f9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3f5aaf2d34c490b" /><Relationship Type="http://schemas.openxmlformats.org/officeDocument/2006/relationships/notesMaster" Target="/ppt/notesMasters/notesMaster1.xml" Id="Rf211bff7ecf7450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7b654e9b7c146e6" /><Relationship Type="http://schemas.openxmlformats.org/officeDocument/2006/relationships/notesMaster" Target="/ppt/notesMasters/notesMaster1.xml" Id="R8b8e41210d5c4c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실습 코드 한 줄씩 읽기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5주차 첫 번째 수업의 다섯 예제 전체 소스를 행 번호와 함께 읽는 보조 교안이다. 챕터는 교안 본편의 1부~4부와 같다. 각 화면의 파란 설명은 행 묶음의 요점이고, 발표자 노트와 Markdown 원고에 매 줄의 설명이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이 교안을 읽는 방법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이 덱은 코드 리딩용 보조 자료다. 수업 대본의 시연 순서와 병행한다. 빈 줄에는 설명을 붙이지 않았다.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1부 시스템 식별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25–40행 · main 진입과 uname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main 시그니처: 인자 검사를 위해 argc와 argv를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main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이 프로그램은 인자를 받지 않는다: argc != 1이면 오류.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표준 오류로 사용법을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사용법 오류는 관례상 종료 상태 2다.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인자 검사의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구조체 선언: 아직 채워지지 않은 상태다.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uname 호출과 실패 검사를 한 식에 썼다.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실패 시 perror가 errno 문장을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조회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uname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sysname: 커널 이름(Linux, Darwin 등).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nodename: 네트워크상 호스트 이름.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release: 커널 릴리스 문자열.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version: 커널 빌드 정보 문자열.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machine: CPU 아키텍처 이름.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1–16행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주석 시작: 이 파일의 성격을 먼저 설명한다.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조건부 컴파일로 지원 환경을 가른다고 밝힌다.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__linux__가 정의된 경우에만 4–32행을 컴파일한다.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&lt;errno.h&gt;: perror용.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&lt;stdio.h&gt;: printf, perror, fflush용.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&lt;sys/sysinfo.h&gt;: struct sysinfo와 sysinfo(2) 선언(Linux).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main 정의: 인자도 반환값도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구조체 선언: 커널이 값을 채워 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sysinfo 호출과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실패 시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조회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uptime: 부팅 이후 경과 초를 %ld로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17–32행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주석: 환산 공식의 근거를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loadavg 출력 시작: %.2f 세 개를 찍는다.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1분 평균 = loads[0] / 2^SI_LOAD_SHIFT.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5분 평균 = loads[1]을 같은 방식으로.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15분 평균 = loads[2]를 같은 방식으로.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procs: 현재 프로세스 수를 %u로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주석: 램 단위 환산 근거.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totalram에 mem_unit을 곱해 전체 램 바이트 수를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freeram도 같은 방식으로 가용 램을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mem_unit 자체도 출력해 계산을 검증할 수 있게 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fflush로 출력을 확정한다.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출력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실패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정상 종료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Linux 블록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sysinfo_demo.c · 33–44행 · #else 분기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#else: __linux__가 아닌 환경용 분기다.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주석: 앞 분기가 Linux가 아님을 표시한다.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이 분기에서는 stdio만 필요하다.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대체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지원하지 않는 시스템임을 한 문장으로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안내 후 실패 상태 1로 종료한다.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대체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#endif: 조건부 컴파일 종료.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파일의 끝(자동 개행 포함).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2부 sysconf와 경계값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1–12행 · probe 함수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&lt;errno.h&gt;: errno와 perror에 필요하다.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&lt;inttypes.h&gt;: 넓은 정수 출력 변환 관례를 위해 포함했다.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&lt;stdio.h&gt;: printf, fprintf, perror, fflush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&lt;sys/utsname.h&gt;: struct utsname과 uname(2)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&lt;unistd.h&gt;: sysconf(3)와 _SC_ 상수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빈 줄로 전처리 지시와 본문을 나눈다.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주석 시작: 이 함수가 구현하는 계약의 요약이다.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"호출 직전에 0으로 만들고"가 곧 아래 11행이다.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probe 정의: 라벨은 오류 메시지에, name은 _SC_ 상수에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함수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errno=0: 호출 직전 초기화가 계약의 일부다.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sysconf(name)의 반환은 long이다.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13–23행 · probe 함수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13 -1 검사: 실패와 무한·미정의 두 뜻이 겹쳐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errno가 0이 아니면 진짜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perror(label): 어느 조회가 실패했는지 라벨이 알려준다.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실패한 조회는 반환값 1로 보고한다.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errno!=0 갈래의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errno가 그대로 0이면 무한 또는 값을 정할 수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이 갈래는 실패가 아니므로 0을 반환한다.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if (value == -1)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성공값은 %ld로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probe의 정상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probe 함수의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sysprobe.c · 41–52행 · sysconf 호출과 종료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status를 0으로 초기화: 성공 여부를 누적한다.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온라인 CPU 수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메모리 페이지 크기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초당 clock tick 수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열린 파일 상한(soft 값)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exec 인자·환경 크기 상한 조회.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fflush: 버퍼에 남은 출력을 강제로 보낸다.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EOF 반환은 출력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파이프가 닫혔으면 perror가 EPIPE를 보여 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출력 검사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status 반환: 하나라도 실패했으면 1이다.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3부 자원 한계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1–16행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&lt;inttypes.h&gt;: uintmax_t와 %ju용.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&lt;stdio.h&gt;: printf, perror, fflush용.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&lt;sys/resource.h&gt;: getrlimit와 struct rlimit, RLIMIT_* 상수.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limit_entry 구조체 정의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name: 출력용 짧은 이름 필드.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resource: RLIMIT_ 상수를 담는 필드.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구조체 정의의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show 정의: 테이블 항목 하나를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struct rlimit 선언: rlim_cur와 rlim_max를 담는다.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getrlimit 호출과 실패 검사를 한 식에.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실패 시 항목 이름으로 오류를 보고한다.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이 함수는 실패를 반환값으로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17–28행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항목 이름을 왼쪽 정렬 7칸으로 출력한다. 표의 열이 맞는다.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soft가 무제한인지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무제한이면 soft=unlimited를 찍는다(아직 줄바꿈 없음).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무제한이 아닌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rlim_t를 uintmax_t로 변환해 %ju로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hard가 무제한인지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무제한이면 hard=unlimited 뒤 줄을 바꿔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hard 값 출력과 함께 줄이 끝난다.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show의 정상 반환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show 함수의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limit_show.c · 29–48행 · main과 자원 표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main 정의: 인자 없이 실행한다.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static const 테이블: 프로그램 수명 동안 고정이다.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열린 파일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주소 공간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스택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파일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CPU 시간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사용자별 프로세스 수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코어 덤프 크기 상한.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테이블 초기화의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status 초기화: 실패 여부를 모은다.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sizeof table / sizeof table[0]이 항목 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각 항목의 실패 비트를 |=로 누적한다.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fflush 검사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출력 실패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출력 실패는 종료 상태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status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1–15행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&lt;errno.h&gt;: errno 검사용.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&lt;fcntl.h&gt;: open과 O_RDONLY용.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&lt;inttypes.h&gt;: %ju 출력용.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&lt;stdio.h&gt;: printf 계열.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&lt;stdlib.h&gt;: malloc, free, exit, strtoull용.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&lt;string.h&gt;: strcmp용.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&lt;sys/resource.h&gt;: rlimit API.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&lt;unistd.h&gt;: close용.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print_limit 정의: 라벨(before/after)을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struct rlimit 선언.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RLIMIT_NOFILE를 조회한다.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실패 시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이 헬퍼는 반환값이 없으므로 exit(1)로 즉시 종료한다.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16–34행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soft 무한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무한이면 soft=unlimited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soft 숫자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hard 무한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무한이면 hard=unlimited로 줄을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유한한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hard 숫자로 줄을 끝낸다.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print_limit의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28 --raise N 형태인지 판별한다.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인자 형태가 둘 중 하나인지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usage를 표준 오류로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사용법 오류는 2.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검사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실험 전 한계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빈 줄: --raise 블록으로 넘어간다.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35–52행 · --raise 인자 처리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35 --raise가 있을 때만 실행되는 블록.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변환 끝 위치를 받을 포인터.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strtoull 전에 errno를 0으로 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argv[2]를 10진수로 변환한다.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숫자가 아니거나 끼워진 문자가 있으면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잘못된 인자를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사용법 오류 2.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검사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현재 한계를 읽기 위한 구조체.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getrlimit 호출과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주석: 상향 규칙을 코드에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요청값을 rlim_t로 변환.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hard가 유한하고 요청이 더 크면.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요청을 hard로 제한한다.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53–72행 · 한계 변경과 측정 준비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53 next: soft=target, hard=그대로.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54 setrlimit 호출과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55 거부되면(예: EPERM)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56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 변경 후 한계 출력: 눈으로 확인이 원칙.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59 --raise 블록의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60 빈 줄: 측정 단계로 넘어간다.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61 측정용 구조체.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62 현재(변경된) 한계를 다시 조회한다.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63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65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 cap: soft가 무한이면 안전한 상한 65536을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67 열 FD 번호를 담을 배열을 할당한다.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 할당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71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 지금까지 연 FD 수를 0으로 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73–90행 · FD 열기 반복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73 측정 반복문: opened &lt; cap.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 /dev/null을 읽기 전용으로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 open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76 errno가 EMFILE이면 한계 도달이다.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77 반복을 탈출: 실험의 정상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 다른 오류면 보고하고.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79–80 지금까지 연 FD를 역순으로 모두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81 배열을 반환한다.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82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84 열린 fd를 배열에 저장하고 카운터를 늘린다.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85 반복문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86 결과 출력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87 배열이 다 찼으면(무한 한계 환경).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88 cap으로 멈췄음을 표시.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89 EMFILE이 아닌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 EMFILE로 멈췄음을 표시.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nofile_demo.c · 91–106행 · 정리와 종료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91 close 실패 플래그 초기화.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92–94 역순으로 close하며 실패를 기록만 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 배열 해제.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96 닫기 실패가 있었으면.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97 오류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98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99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실험 완료 문구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101 fflush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102 출력 실패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103 종료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105 정상 종료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106 main의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4부 /proc 관찰 창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1–20행 · filter_lines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01 &lt;dirent.h&gt;: DIR, readdir용.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02 &lt;errno.h&gt;: errno 검사용.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03 &lt;stdio.h&gt;: fopen, fgets, fputs, fclose용.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04 &lt;string.h&gt;: strncmp, strcmp, strlen용.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06 주석: 함수의 반환 계약(-1 실패, 찾은 줄 수)을 적었다.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07 filter_lines 정의: 경로, 키 배열, 키 개수를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08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09 /proc 파일도 일반 파일처럼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 열기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 경로와 strerror(errno)를 함께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 실패는 -1: 호출자가 구분한다.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14 한 줄 버퍼: proc(5)의 줄은 이 정도면 충분하다.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15 찾은 줄 수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16 fgets가 NULL을 돌려줄 때까지 읽는다.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17 각 키와 차례로 비교한다.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18 strncmp로 줄이 키로 시작하는지 본다.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 일치하면 그 줄을 그대로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 카운터 증가.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21–34행 · filter_lines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21 키 for문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22 fgets while문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23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24 ferror: 읽는 중 오류가 있었는지 검사한다.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25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26 열은 스트림을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27 실패는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29 fclose 반환값 검사: EOF면 실패다.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30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31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32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33 찾은 줄 수를 반환: 0도 유효한 결과다.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34 filter_lines의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35–55행 · first_line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35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36 first_line 정의: 경로만 받는다.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37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38 파일을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39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40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41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42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 한 줄 버퍼.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 첫 줄을 읽는다: NULL이면 내용이 없다.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45 빈 파일임을 알린다.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46 스트림을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47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49 읽은 첫 줄을 그대로 출력한다.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50 fclose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51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52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54 정상 반환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55 first_line의 닫는 중괄호.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56–76행 · count_fd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56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 주석: readdir 계약의 핵심을 남긴다.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 count_fd 정의: 인자 없이 고정 경로를 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60 자기 자신의 FD 디렉토리를 연다.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61 열기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62 경로와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63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65 개수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 조건 없는 for: 안에서 break로 나온다.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67 readdir 직전 errno=0: 지난 주 패턴 그대로.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 다음 엔트리를 읽는다.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 NULL이면 끝 또는 오류다.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 errno가 남아 있으면 오류다.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71 오류 문장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 디렉토리를 닫는다.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73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 정상 끝: 반복을 탈출한다.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76 오류 검사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77–85행 · count_fd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77 항목 이름이 .도 ..도 아니면 세어 맞는다.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 카운터 증가.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79 무한 for문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80 closedir 검사: 실패는 -1이다.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81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82 실패 -1.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84 세운 개수 반환: DIR 자체가 FD 하나를 추가했다.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86–104행 · main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86 빈 줄.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87 main 정의.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88 몸통 시작.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89 접두어 키 배열: 대소문자와 콜론까지 정확히.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 실패 누적 카운터.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91 관찰 대상 머리글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92–93 status를 키 두 개로 필터링한다: 배열 크기로 개수를 넘긴다.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94 음수면 실패.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 loadavg 머리글.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96 첫 줄 읽기 실패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97 실패 반영.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98 fd 머리글.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99 개수를 얻는다.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실패(음수)면.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101 실패 반영.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102 정상인 경우.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103 count 출력.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104 if/else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proc_probe.c · 105–110행 · main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105 fflush 검사.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106 오류 문장.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107 출력 실패는 1.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108 블록 닫음.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109 status 반환.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110 main의 닫는 중괄호: 파일의 끝.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코드 리딩을 마치며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교안 본편의 1부~4부 순서와 이 덱의 챕터가 일치한다. 발표자 노트의 줄 설명을 그대로 읽으며 진행할 수 있다.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함수는 어디에 사는가 · 원형과 구현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glibc 위치 예: uname·sysinfo·getrlimit 래퍼는 sysdeps/unix/sysv/linux/, sysconf는 sysdeps/posix/sysconf.c, opendir 계열은 dirent/, stdio는 libio/, malloc은 malloc/malloc.c다. 소스는 [codebrowser.dev/glibc](https://codebrowser.dev/glibc/)에서 파일 경로로 찾을 수 있다. 확인 명령: nm -D /usr/lib/x86_64-linux-gnu/libc.so.6 | grep -w uname, strace로 시스템 호출 관찰.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커널 구현 위치 · kernel.org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kernel.org 링크(stable 저장소 linux-7.2.y 브랜치, 2026-09-28 확인): [kernel/sys.c](https://git.kernel.org/pub/scm/linux/kernel/git/stable/linux.git/tree/kernel/sys.c?h=linux-7.2.y) · [fs/open.c](https://git.kernel.org/pub/scm/linux/kernel/git/stable/linux.git/tree/fs/open.c?h=linux-7.2.y) · [fs/readdir.c](https://git.kernel.org/pub/scm/linux/kernel/git/stable/linux.git/tree/fs/readdir.c?h=linux-7.2.y) · [mm/mmap.c](https://git.kernel.org/pub/scm/linux/kernel/git/stable/linux.git/tree/mm/mmap.c?h=linux-7.2.y) · [include/linux/utsname.h](https://git.kernel.org/pub/scm/linux/kernel/git/stable/linux.git/tree/include/linux/utsname.h?h=linux-7.2.y) · [init/version.c](https://git.kernel.org/pub/scm/linux/kernel/git/stable/linux.git/tree/init/version.c?h=linux-7.2.y). 특정 판을 고정하려면 h=v7.2.8로 바꾼다. getrlimit·setrlimit는 sys.c의 do_prlimit와 SYSCALL_DEFINE2로, getdents64는 fs/readdir.c 355행 부근에 있다. kernel/sysinfo.c는 최신 커널에서 kernel/sys.c로 합쳐졌고 uname의 구현은 SYSCALL_DEFINE1(newuname)이다.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7fffe255f4cf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7D956D0-7475-454F-86AC-5AA23C2585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988A0B7-CD5B-4BEE-9064-2D02BB988D3F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099ce91efd4d43" /><Relationship Type="http://schemas.openxmlformats.org/officeDocument/2006/relationships/slideLayout" Target="/ppt/slideLayouts/slideLayout1.xml" Id="R87c69779dfa44bc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64615C-0043-4573-A6D9-98F48FF96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A4D9D10-AD53-479E-B03C-AA833C8722A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c69779dfa44bcf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4411744647e1" /><Relationship Type="http://schemas.openxmlformats.org/officeDocument/2006/relationships/image" Target="/ppt/media/image.png" Id="Rd1da1c14c95b4be6" /><Relationship Type="http://schemas.openxmlformats.org/officeDocument/2006/relationships/notesSlide" Target="/ppt/notesSlides/notesSlide1.xml" Id="Ra4038704c2f542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d590de26c44d8" /><Relationship Type="http://schemas.openxmlformats.org/officeDocument/2006/relationships/notesSlide" Target="/ppt/notesSlides/notesSlide2.xml" Id="R60e0ea1c88694e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5d5d63b7c46e0" /><Relationship Type="http://schemas.openxmlformats.org/officeDocument/2006/relationships/notesSlide" Target="/ppt/notesSlides/notesSlide3.xml" Id="R126a26f7129346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565f63f7c430d" /><Relationship Type="http://schemas.openxmlformats.org/officeDocument/2006/relationships/notesSlide" Target="/ppt/notesSlides/notesSlide4.xml" Id="R8ba063fd13c441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6c012953c434b" /><Relationship Type="http://schemas.openxmlformats.org/officeDocument/2006/relationships/notesSlide" Target="/ppt/notesSlides/notesSlide5.xml" Id="Rd6858c1667e440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20e5543de4598" /><Relationship Type="http://schemas.openxmlformats.org/officeDocument/2006/relationships/notesSlide" Target="/ppt/notesSlides/notesSlide6.xml" Id="R285dd3ee60244b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11330e509463f" /><Relationship Type="http://schemas.openxmlformats.org/officeDocument/2006/relationships/notesSlide" Target="/ppt/notesSlides/notesSlide7.xml" Id="R0dc57a782faa48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054806de44353" /><Relationship Type="http://schemas.openxmlformats.org/officeDocument/2006/relationships/notesSlide" Target="/ppt/notesSlides/notesSlide8.xml" Id="Rf781db7e857143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63a21309f40a8" /><Relationship Type="http://schemas.openxmlformats.org/officeDocument/2006/relationships/notesSlide" Target="/ppt/notesSlides/notesSlide9.xml" Id="R6ebdbd0899324a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6fd9097d340af" /><Relationship Type="http://schemas.openxmlformats.org/officeDocument/2006/relationships/notesSlide" Target="/ppt/notesSlides/notesSlide10.xml" Id="Rba30ab8b02074f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d3fecd34f4e4c" /><Relationship Type="http://schemas.openxmlformats.org/officeDocument/2006/relationships/notesSlide" Target="/ppt/notesSlides/notesSlide11.xml" Id="R4fb780bc110048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72fa726104f41" /><Relationship Type="http://schemas.openxmlformats.org/officeDocument/2006/relationships/notesSlide" Target="/ppt/notesSlides/notesSlide12.xml" Id="R11e86dcdef8d40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e82c628974b32" /><Relationship Type="http://schemas.openxmlformats.org/officeDocument/2006/relationships/notesSlide" Target="/ppt/notesSlides/notesSlide13.xml" Id="R491fa694e5114d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c22c4a45d43c0" /><Relationship Type="http://schemas.openxmlformats.org/officeDocument/2006/relationships/notesSlide" Target="/ppt/notesSlides/notesSlide14.xml" Id="R87f2ee0e89c04be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3d25348f540e0" /><Relationship Type="http://schemas.openxmlformats.org/officeDocument/2006/relationships/notesSlide" Target="/ppt/notesSlides/notesSlide15.xml" Id="Ra557f7364ed845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14925e2c84422" /><Relationship Type="http://schemas.openxmlformats.org/officeDocument/2006/relationships/notesSlide" Target="/ppt/notesSlides/notesSlide16.xml" Id="R2aa36ec0806648e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7a8d20f0943f3" /><Relationship Type="http://schemas.openxmlformats.org/officeDocument/2006/relationships/notesSlide" Target="/ppt/notesSlides/notesSlide17.xml" Id="Re229c80db5d6468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50ef419f243c0" /><Relationship Type="http://schemas.openxmlformats.org/officeDocument/2006/relationships/notesSlide" Target="/ppt/notesSlides/notesSlide18.xml" Id="R949f38649c3546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3c10187024efd" /><Relationship Type="http://schemas.openxmlformats.org/officeDocument/2006/relationships/notesSlide" Target="/ppt/notesSlides/notesSlide19.xml" Id="Rba95c5e021de4d4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f5f15c2234c97" /><Relationship Type="http://schemas.openxmlformats.org/officeDocument/2006/relationships/notesSlide" Target="/ppt/notesSlides/notesSlide20.xml" Id="Rc76f51b37140453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a2ec5b40e4c51" /><Relationship Type="http://schemas.openxmlformats.org/officeDocument/2006/relationships/notesSlide" Target="/ppt/notesSlides/notesSlide21.xml" Id="Rbd12b6fc31a048f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7218f0f98496c" /><Relationship Type="http://schemas.openxmlformats.org/officeDocument/2006/relationships/notesSlide" Target="/ppt/notesSlides/notesSlide22.xml" Id="Rf8e4b9d5c5bf42b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563ebbcaf42a1" /><Relationship Type="http://schemas.openxmlformats.org/officeDocument/2006/relationships/notesSlide" Target="/ppt/notesSlides/notesSlide23.xml" Id="R7c20653d194c45a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19aca16374d87" /><Relationship Type="http://schemas.openxmlformats.org/officeDocument/2006/relationships/notesSlide" Target="/ppt/notesSlides/notesSlide24.xml" Id="R693965217f02467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5bfffa5004381" /><Relationship Type="http://schemas.openxmlformats.org/officeDocument/2006/relationships/notesSlide" Target="/ppt/notesSlides/notesSlide25.xml" Id="R9375e55c2f9b46b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d4b6003b24781" /><Relationship Type="http://schemas.openxmlformats.org/officeDocument/2006/relationships/notesSlide" Target="/ppt/notesSlides/notesSlide26.xml" Id="R0d0918ded772466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dcc1e3be945d1" /><Relationship Type="http://schemas.openxmlformats.org/officeDocument/2006/relationships/notesSlide" Target="/ppt/notesSlides/notesSlide27.xml" Id="Rd3897846397e486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d310f29b4d5c" /><Relationship Type="http://schemas.openxmlformats.org/officeDocument/2006/relationships/notesSlide" Target="/ppt/notesSlides/notesSlide28.xml" Id="R0f0103caa9084ed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6bbe1de3b43d4" /><Relationship Type="http://schemas.openxmlformats.org/officeDocument/2006/relationships/notesSlide" Target="/ppt/notesSlides/notesSlide29.xml" Id="Rb1dd2dfad152413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9704903a7473b" /><Relationship Type="http://schemas.openxmlformats.org/officeDocument/2006/relationships/notesSlide" Target="/ppt/notesSlides/notesSlide30.xml" Id="R47b110c3ffdd42b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610096b5e4690" /><Relationship Type="http://schemas.openxmlformats.org/officeDocument/2006/relationships/notesSlide" Target="/ppt/notesSlides/notesSlide31.xml" Id="Ra43fe65239254a6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a5345bc1b4956" /><Relationship Type="http://schemas.openxmlformats.org/officeDocument/2006/relationships/notesSlide" Target="/ppt/notesSlides/notesSlide32.xml" Id="R8267ae022b6b4a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8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95A45-5F7F-4160-BB81-0A557E6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200">
            <a:off x="-2520" y="5094000"/>
            <a:ext cx="1219212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1DA41-B75E-4BDD-919F-1036F6E4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80"/>
            <a:ext cx="1082016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CSE232  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시스템프로그래밍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(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캡스톤디자인</a:t>
            </a:r>
            <a:r>
              <a:rPr sz="1729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)</a:t>
            </a:r>
            <a:endParaRPr sz="1729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74666-6F19-4E72-84D3-5F3C14A3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280"/>
            <a:ext cx="10820160" cy="41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250" b="0" u="none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5주차 첫 번째 수업 · 보조 자료</a:t>
            </a:r>
            <a:endParaRPr sz="22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9D028-C48A-4B9C-9B57-9208B368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20"/>
            <a:ext cx="10820160" cy="1695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5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실습 코드</a:t>
            </a:r>
            <a:endParaRPr sz="4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5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한 줄씩 읽기</a:t>
            </a:r>
            <a:endParaRPr sz="4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B83DAD-0FAD-4EE5-BB14-6338F997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760"/>
            <a:ext cx="10820160" cy="38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950" b="0" u="none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경민기</a:t>
            </a:r>
            <a:endParaRPr sz="1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7D3A0-819B-43AA-A749-216DE887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a1c14c95b4be6"/>
          <a:stretch xmlns:a="http://schemas.openxmlformats.org/drawingml/2006/main"/>
        </p:blipFill>
        <p:spPr>
          <a:xfrm xmlns:a="http://schemas.openxmlformats.org/drawingml/2006/main">
            <a:off x="9360000" y="5657760"/>
            <a:ext cx="2520000" cy="821520"/>
          </a:xfrm>
          <a:prstGeom xmlns:a="http://schemas.openxmlformats.org/drawingml/2006/main" prst="rect">
            <a:avLst/>
          </a:prstGeom>
          <a:ln xmlns:a="http://schemas.openxmlformats.org/drawingml/2006/main" w="38160">
            <a:noFill/>
          </a:ln>
        </p:spPr>
      </p:pic>
    </p:spTree>
    <p:extLst>
      <p:ext uri="{BB962C8B-B14F-4D97-AF65-F5344CB8AC3E}">
        <p14:creationId xmlns:p14="http://schemas.microsoft.com/office/powerpoint/2010/main" val="18264270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68CF-76F2-433C-933D-C68C5A75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이 교안을 읽는 방법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074AA-DC89-43AB-B7D9-3ED093C9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F0BB6-4136-4B6E-A0B9-09FB881D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왼쪽은 labs/class05-01의 소스를 행 번호와 함께 그대로 옮긴 것입니다.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0E161F-0F0C-40D8-B968-0AADECF4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파란 글자 설명은 그 화면 행들의 요점입니다. 코드와 색으로 구분됩니다.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EF35C-267A-4A2D-982E-8D307FB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발표자 노트와 Markdown 원고에 매 줄의 설명이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72E29-AE30-4906-8909-70720AC4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챕터는 교안 본편과 같습니다: 1부 시스템 식별, 2부 sysconf, 3부 자원 한계, 4부 /proc.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163D7-4642-470C-A375-0AFEF395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sysprobe.c는 1부(main의 uname 블록)와 2부(probe 함수)에서 함께 씁니다.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3EAD1-7BBD-4822-83AF-20329F2A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총 5개 예제 · 360행 · 챕터 1부~4부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73231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DC302-95CB-4BAD-AE2A-FCD32E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E02159-8A9B-46C9-90D2-DA6DD62F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1부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시스템 식별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3CF55-F52D-48D6-B78A-54925626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BEA18A-3BE7-43A1-A769-B2308991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uname과 sysinfo로 실행 환경을 확인합니다 · sysprobe.c main 블록, sysinfo_demo.c 전체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549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25–40행 · main 진입과 uname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int main(int argc, char **argv)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if (argc != 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    fprintf(stderr, "usage: %s\n", argv[0]);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struct utsname u;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if (uname(&amp;u)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    perror("uname");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printf("sysname=%s\n", u.sysname);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printf("nodename=%s\n", u.nodename);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printf("release=%s\n", u.release);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printf("version=%s\n", u.version);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printf("machine=%s\n", u.machine);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25–30행 · main 진입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인자 없는 프로그램: 인자가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있으면 usage와 종료 2.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31–35행 · uname 호출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구조체를 채우게 하고 실패를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perror와 종료 1로 보고한다.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36–40행 · 식별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sysname·nodename·release를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차례로 출력하기 시작한다.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1–16행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/* sysinfo(2)는 Linux 전용 인터페이스다.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   이 파일에서는 조건부 컴파일로 지원 환경을 구분한다.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#if defined(__linux__)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#include &lt;sys/sysinfo.h&gt;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struct sysinfo si;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if (sysinfo(&amp;si)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    perror("sysinfo");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printf("uptime=%ld sec\n", si.uptime);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1–2행 · 파일 주석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Linux 전용임을 먼저 밝히고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조건부 컴파일을 예고한다.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3행 · #if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__linux__일 때만 이 아래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블록을 컴파일한다.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11–16행 · 조회와 uptime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sysinfo가 구조체를 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성공 뒤 가동 시간을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17–32행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/* loads는 65536을 1로 하는 고정소수점 값이다.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printf("loadavg=%.2f %.2f %.2f\n",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   (double)si.loads[0] / (1 &lt;&lt; SI_LOAD_SHIFT),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   (double)si.loads[1] / (1 &lt;&lt; SI_LOAD_SHIFT),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   (double)si.loads[2] / (1 &lt;&lt; SI_LOAD_SHIFT));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printf("procs=%u\n", si.procs);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/* 램 크기는 필드 값에 mem_unit을 곱해 바이트로 환산한다.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printf("totalram=%lu bytes\n", si.totalram * (unsigned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long)si.mem_unit);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printf("freeram=%lu bytes\n", si.freeram * (unsigned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long)si.mem_unit);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printf("mem_unit=%u\n", si.mem_unit);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17–21행 · loadavg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loads는 65536이 1인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고정소수점이다. 나눠서 환산한다.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22–26행 · 램과 단위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필드 값에 mem_unit을 곱해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바이트로 만들어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27–32행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flush 뒤 0을 반환해 Linux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블록을 마친다.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sysinfo_demo.c · 33–44행 · #else 분기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#else /* not __linux__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puts("sysinfo(2) is Linux-only: not available on this system");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#endif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33–36행 · #else 분기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Linux가 아니면 stdio만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넣고 다른 main을 컴파일한다.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38–42행 · 안내와 실패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전용 인터페이스가 없음을 알리고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 1로 끝낸다.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43–44행 · #endif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조건부 컴파일의 끝. 두 main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중 하나만 존재한다.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labs/class05-01/sysinfo_demo.c · 총 44행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DC302-95CB-4BAD-AE2A-FCD32E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E02159-8A9B-46C9-90D2-DA6DD62F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2부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sysconf와 경계값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3CF55-F52D-48D6-B78A-54925626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BEA18A-3BE7-43A1-A769-B2308991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실행 시점에 경계값을 조회합니다 · sysprobe.c의 probe 함수와 sysconf 호출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549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1–12행 · probe 함수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&lt;sys/utsname.h&gt;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&lt;unistd.h&gt;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/* sysconf는 실패해도 errno를 바꾸지 않을 수 있으므로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   호출 직전에 0으로 만들고 -1의 의미를 나누어 본다.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static int probe(const char *label, int name)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long value = sysconf(name);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1–5행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errno, printf, uname,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 선언을 얻는다.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7–8행 · 계약 주석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sysconf는 실패해도 errno를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안 바꿀 수 있음을 적어 두었다.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9–12행 · probe 시작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호출 직전 errno=0, 그리고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sysconf 호출로 long을 받는다.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13–23행 · probe 함수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(value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if (errno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    perror(label);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printf("%s=unlimited\n", 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printf("%s=%ld\n", label, value);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13–17행 · 실패 갈래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-1에 errno가 남아 있으면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perror로 보고하고 1을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18–19행 · 무한 갈래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errno가 0이면 unlimited를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찍고 실패로 세지 않는다.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21–23행 · 성공 경로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값을 %ld로 출력하고 0을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반환해 probe를 마친다.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sysprobe.c · 41–52행 · sysconf 호출과 종료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status |= probe("cpus_online", _SC_NPROCESSORS_ONLN);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status |= probe("pagesize", _SC_PAGESIZE);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status |= probe("clk_tck", _SC_CLK_TCK);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status |= probe("open_max", _SC_OPEN_MAX);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status |= probe("arg_max", _SC_ARG_MAX);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41–46행 · sysconf 다섯 값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probe 함수로 조회하고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 비트를 status에 모은다.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47–50행 · 출력 flush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stdout 버퍼를 확실히 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파이프 끊김까지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51–52행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모은 status가 곧 프로그램의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상태가 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labs/class05-01/sysprobe.c · 총 52행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DC302-95CB-4BAD-AE2A-FCD32E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E02159-8A9B-46C9-90D2-DA6DD62F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3부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자원 한계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3CF55-F52D-48D6-B78A-54925626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BEA18A-3BE7-43A1-A769-B2308991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1040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getrlimit과 setrlimit으로 프로세스의 상한을 다룹니다 · limit_show.c, nofile_demo.c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549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1–16행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&lt;sys/resource.h&gt;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struct limit_entry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    const char *name;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    int resource;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static int show(const struct limit_entry *entry)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(getrlimit(entry-&gt;resource,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perror(entry-&gt;name);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1–3행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inttypes와 stdio, 그리고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struct rlimit 선언을 얻는다.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5–8행 · 자료 구조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자원의 이름과 RLIMIT 상수를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짝지은 작은 구조체다.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12–16행 · getrlimit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자원을 조회해 구조체를 채우고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실패를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17–28행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printf("%-7s", entry-&gt;name);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if (rl.rlim_cur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printf(" soft=unlimited");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printf(" soft=%ju", (uintmax_t)rl.rlim_cur);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if (rl.rlim_max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    printf(" hard=unlimited\n");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    printf(" hard=%ju\n", (uintmax_t)rl.rlim_max);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17행 · 이름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%-7s로 이름 칸을 고정폭으로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맞춘다.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18–21행 · soft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RLIM_INFINITY면 unlimited,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아니면 %ju로 숫자를 찍는다.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22–26행 · hard와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방식으로 hard를 출력하고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줄을 마쳐 0을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limit_show.c · 29–48행 · main과 자원 표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static const struct limit_entry table[] =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    {"nofile", RLIMIT_NOFILE},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    {"as",     RLIMIT_AS},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    {"stack",  RLIMIT_STACK},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        {"fsize",  RLIMIT_FSIZE},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    {"cpu",    RLIMIT_CPU},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    {"nproc",  RLIMIT_NPROC},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    {"core",   RLIMIT_CORE},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for (size_t i = 0; i &lt; sizeof table / sizeof table[0]; ++i)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    status |= show(&amp;table[i]);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31–39행 · 자원 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일곱 종류의 RLIMIT 이름과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상수를 짝지어 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40–42행 · 반복 조회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sizeof로 항목 수를 계산해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show를 각각 호출한다.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43–48행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flush 검사 뒤 모은 status를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종료 상태로 돌려준다.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labs/class05-01/limit_show.c · 총 48행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1–15행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&lt;fcntl.h&gt;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&lt;inttypes.h&gt;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#include &lt;stdlib.h&gt;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#include &lt;string.h&gt;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#include &lt;sys/resource.h&gt;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#include &lt;unistd.h&gt;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static void print_limit(const char *label)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    exit(1);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1–8행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open, malloc, strcmp,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getrlimit 등에 필요한 선언.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10–13행 · print_limit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FD 한계를 조회해 구조체에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채우는 작은 헬퍼다.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14–15행 · 실패 처리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조사 헬퍼는 exit(1)로 바로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끝낸다: 이후 진행이 무의미하다.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16–34행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if (rl.rlim_cur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printf("%s soft=unlimited", label);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printf("%s soft=%ju", label, (uintmax_t)rl.rlim_cur);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if (rl.rlim_max == RLIM_INFINITY)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    printf(" hard=unlimited\n");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    printf(" hard=%ju\n", (uintmax_t)rl.rlim_max);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int main(int argc, char **argv)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int raise_requested = argc == 3 &amp;&amp; strcmp(argv[1], "--raise")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==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if (!(argc == 1 || raise_requested))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    fprintf(stderr, "usage: %s [--raise N]\n", argv[0]);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    print_limit("before");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16–24행 · 한계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soft·hard 각각 무한 여부를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가려 한 줄로 찍는다.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27–33행 · 인자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인자 없음 또는 --raise N만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허용하고, 아니면 usage와 2.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34행 · before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실험 전 현재 한계를 먼저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기록해 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35–52행 · --raise 인자 처리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    if (raise_requested)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        char *end = NULL;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    unsigned long long want = strtoull(argv[2], &amp;end, 10);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    if (end == argv[2] || *end != '\0' || 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        fprintf(stderr, "invalid number: %s\n", argv[2]);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        return 2;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    /* 일반 사용자는 hard까지 상향할 수 있다.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    rlim_t target = (rlim_t)want;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    if (rl.rlim_max != RLIM_INFINITY &amp;&amp; target &gt; rl.rlim_max)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            target = rl.rlim_max;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37–43행 · 숫자 파싱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strtoull로 N을 읽고 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포인터와 errno로 검증한다.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44–48행 · 현재 한계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상향 전에 getrlimit로 hard를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49–52행 · 상한 계산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요청이 hard를 넘으면 hard로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낮춘다: 일반 사용자의 규칙.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53–72행 · 한계 변경과 측정 준비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53          struct rlimit next = { target, rl.rlim_max 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54          if (setrlimit(RLIMIT_NOFILE, &amp;next)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55              perror("setrlimit");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56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57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58          print_limit("after 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60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61      struct rlimit rl;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62      if (getrlimit(RLIMIT_NOFILE, &amp;rl)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63          perror("getrlimit");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64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66      rlim_t cap = rl.rlim_cur == RLIM_INFINITY ? 65536 : rl.rlim_cur;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67      int *fds = malloc(sizeof *fds * (size_t)cap);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68      if (fds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69          perror("malloc");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70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71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72      int opened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53–58행 · setrlimit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새 soft와 기존 hard로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구조체를 만들어 적용한다.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58행 · after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변경 직후 한계를 다시 출력해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실제 값을 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61–67행 · 측정 준비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soft를 다시 읽고 배열 크기와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버퍼를 마련한다.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73–90행 · FD 열기 반복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73      while (opened &lt; (int)cap)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74          int fd = open("/dev/null", O_RDONLY);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75          if (fd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76              if (errno == EMFILE)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77                  break;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78              perror("open");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79              while (opened &gt;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80                  close(fds[--opened]);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81              free(fds);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82    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83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84          fds[opened++] = fd;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85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86      printf("opened=%d stopped=", opened);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87      if (opened == (int)cap)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88          printf("cap\n");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89      else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90          printf("EMFILE\n");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73–74행 · 반복과 open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배열이 찰 때까지 /dev/null을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계속 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75–82행 · EMFILE과 정리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EMFILE이면 실험 성공, 다른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오류면 다 닫고 실패 종료다.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84–90행 · 결과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연 FD를 저장하고 opened와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멈춘 이유를 출력한다.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nofile_demo.c · 91–106행 · 정리와 종료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91      int close_failed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92      while (opened &gt;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93          if (close(fds[--opened]) == -1)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94              close_failed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95      free(fds);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96      if (close_failed)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97          perror("close");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98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100      printf("closed all descriptors\n");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101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102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103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105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106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91–95행 · 자원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연 순서의 반대로 모두 닫고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배열을 해제한다.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96–99행 · close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닫기 실패까지 놓치지 않고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오류로 보고한다.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100–106행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완료 문구와 flush 검사 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0으로 끝낸다.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labs/class05-01/nofile_demo.c · 총 106행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DC302-95CB-4BAD-AE2A-FCD32E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324000"/>
            <a:ext cx="1047708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E02159-8A9B-46C9-90D2-DA6DD62F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160000"/>
            <a:ext cx="1097244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4부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400" b="1" u="none">
                <a:solidFill>
                  <a:srgbClr val="173C57"/>
                </a:solidFill>
                <a:latin typeface="Noto Sans CJK KR"/>
                <a:ea typeface="Noto Sans CJK KR"/>
                <a:cs typeface="Noto Sans CJK KR"/>
              </a:rPr>
              <a:t>/proc 관찰 창</a:t>
            </a:r>
            <a:endParaRPr sz="3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3CF55-F52D-48D6-B78A-54925626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6515280"/>
            <a:ext cx="9048240" cy="209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BEA18A-3BE7-43A1-A769-B2308991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57444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999999"/>
                </a:solidFill>
                <a:latin typeface="Noto Sans CJK KR"/>
                <a:ea typeface="Noto Sans CJK KR"/>
                <a:cs typeface="Noto Sans CJK KR"/>
              </a:rPr>
              <a:t>표준 API 바깥에서 Linux의 상태를 관찰합니다 · proc_probe.c 전체</a:t>
            </a:r>
            <a:endParaRPr sz="2400" b="0" u="none">
              <a:solidFill>
                <a:srgbClr val="99999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5497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1–20행 · filter_lines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01  #include &lt;dirent.h&gt;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02  #include &lt;errno.h&gt;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03  #include &lt;stdio.h&gt;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04  #include &lt;string.h&gt;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06  /* keys로 시작하는 줄만 화면에 남긴다. 실패는 -1, 성공은 찾은 줄 수.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07  static int filter_lines(const char *path, const char *const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keys[], size_t nkeys)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09      FILE *f = fopen(path, "r");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      if (f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14      char line[256];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15      int found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16      while (fgets(line, sizeof line, f) !=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17          for (size_t i = 0; i &lt; nkeys; ++i)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18              if (strncmp(line, keys[i], strlen(keys[i])) ==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19                  fputs(line, stdout);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20                  ++found;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1–4행 · 헤더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opendir·readdir, errno,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stdio, strncmp 선언.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6–7행 · 필터 설계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keys 접두어로 줄을 골라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찾은 줄 수를 돌려준다.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9–20행 · 열기와 반복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fopen 오류를 strerror로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알리고 fgets로 한 줄씩 읽는다.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21–34행 · filter_lines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21    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22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24      if (ferror(f))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25          fprintf(stderr, "%s: read error\n", path);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26          fclose(f);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27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29      if (fclose(f)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30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31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32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33      return found;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34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21–23행 · 반복 닫음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키 반복과 줄 반복의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중괄호를 정리한다.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24–28행 · 읽기 오류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ferror로 fgets 실패를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EOF와 구분해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29–34행 · 닫기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fclose 실패까지 확인하고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찾은 줄 수를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35–55행 · first_line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35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36  static int first_line(const char *path)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37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38      FILE *f = fopen(path, "r");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39      if (f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40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41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42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43      char line[256];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44      if (fgets(line, sizeof line, f)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45          fprintf(stderr, "%s: empty\n", path);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46          fclose(f);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47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49      fputs(line, stdout);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50      if (fclose(f)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51          fprintf(stderr, "%s: %s\n", path,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54      return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36–42행 · 첫 줄 열기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fopen 오류를 같은 형식으로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알린다.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43–48행 · 빈 파일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fgets가 바로 NULL이면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내용이 없는 것이다.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49–55행 · 출력과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첫 줄만 찍고 닫기 검사 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0을 반환한다.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56–76행 · count_fd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57  /* readdir의 NULL은 끝과 오류를 함께 표현하므로 errno로 나눈다. */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58  static int count_fd(void)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59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60      DIR *dir = opendir("/proc/self/fd");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61      if (dir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62          fprintf(stderr, "/proc/self/fd: %s\n",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63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65      int count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66      for (;;)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67          errno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68          struct dirent *ent = readdir(dir);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69          if (ent == NULL)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70              if (errno !=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71                  fprintf(stderr, "readdir: %s\n", strerror(errno));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72                  closedir(dir);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73        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74    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75              break;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76    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57–60행 · opendir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/proc/self/fd를 디렉토리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스트림으로 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65–68행 · errno=0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readdir 직전에 errno를 0으로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초기화한다.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69–76행 · NULL 판별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NULL은 끝 또는 오류: errno로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둘로 나눈다.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77–85행 · count_fd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77          if (strcmp(ent-&gt;d_name, ".") != 0 &amp;&amp; strcmp(ent-&gt;d_name,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"..") !=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78              ++count;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79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80      if (closedir(dir) == -1)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81          perror("closedir");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82          return -1;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83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84      return count;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85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77–78행 · 개수 세기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.과 ..만 제외한 이름마다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count를 늘린다.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80–83행 · 닫기 검사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closedir 실패도 반환값으로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확인한다.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84행 · 반환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open 중이던 스트림 자체도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항목이었다는 점을 기억한다.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86–104행 · main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86  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87  int main(void)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88 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89      static const char *const status_keys[] = {"VmRSS:", "Threads:"};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90      int status = 0;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91      printf("[/proc/self/status]\n");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92      if (filter_lines("/proc/self/status", status_keys,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93                       sizeof status_keys / sizeof status_keys[0]) &lt;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      ↳ 0)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94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95      printf("[/proc/loadavg]\n");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96      if (first_line("/proc/loadavg") == -1)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97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98      printf("[/proc/self/fd]\n");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99      int count = count_fd();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100      if (count &lt; 0)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101          status =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102      } else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103          printf("count=%d\n", count);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104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89행 · 필터 키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status에서 VmRSS와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Threads 줄만 골라낸다.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90–97행 · 관찰 3종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status 필터, loadavg 첫 줄,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각 실패를 status에 모은다.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98–104행 · fd 세기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count_fd 결과도 같은 방식으로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성공 여부에 반영한다.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919CFC-680A-4ED7-B654-0E0FF1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4E2E49E-43A3-4331-818B-A89B369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proc_probe.c · 105–110행 · main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CF7E94-23CC-4344-A401-08C1B59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1743120"/>
            <a:ext cx="6972120" cy="39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600">
            <a:solidFill>
              <a:srgbClr val="8FA4B5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08000" tIns="90000" rIns="108000" bIns="90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105      if (fflush(stdout) == EOF) {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106          perror("stdout");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107          return 1;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108    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109      return status;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defRPr>
            </a:pPr>
            <a:r>
              <a:rPr sz="1125" b="0" u="none">
                <a:solidFill>
                  <a:srgbClr val="263E54"/>
                </a:solidFill>
                <a:latin typeface="Noto Sans Mono CJK KR"/>
                <a:ea typeface="Noto Sans Mono CJK KR"/>
                <a:cs typeface="Noto Sans Mono CJK KR"/>
              </a:rPr>
              <a:t>110  }</a:t>
            </a:r>
            <a:endParaRPr sz="1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D0D0A-0C2C-40F8-B02C-FD51CFB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17431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105–108행 · flush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1415566-453B-4DFD-99EF-C2F5720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21528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stdout을 확정하고 출력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실패를 검사한다.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AA69F5-116D-4B32-AC07-F3C642D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06720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109–110행 · 종료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68C548A-13C2-4939-B3BF-BB44B61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347652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모은 status를 반환한다: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하나라도 실패하면 1이다.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F524E0-2EED-4D18-931C-220020F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390920"/>
            <a:ext cx="3580920" cy="342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관찰 요점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5E0EA7-381E-48B0-9DF7-DF5A40F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840" y="4800600"/>
            <a:ext cx="3580920" cy="90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같은 파일이 명령마다 다른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  <a:defRPr sz="1800" b="0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 u="none">
                <a:solidFill>
                  <a:srgbClr val="1565D8"/>
                </a:solidFill>
                <a:latin typeface="Noto Sans CJK KR"/>
                <a:ea typeface="Noto Sans CJK KR"/>
                <a:cs typeface="Noto Sans CJK KR"/>
              </a:rPr>
              <a:t>값을 주는 이유를 설명한다.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B90792-BEF2-4906-9F4D-5CC44474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labs/class05-01/proc_probe.c · 총 110행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70482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68CF-76F2-433C-933D-C68C5A75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코드 리딩을 마치며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074AA-DC89-43AB-B7D9-3ED093C9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F0BB6-4136-4B6E-A0B9-09FB881D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다섯 예제 모두 조회 성공 뒤에만 결과를 사용했습니다.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0E161F-0F0C-40D8-B968-0AADECF4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sysconf와 readdir는 호출 직전 errno=0으로 초기화하는 같은 계약을 공유합니다.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EF35C-267A-4A2D-982E-8D307FB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rlim_t와 long처럼 자료형은 출력 변환으로 명확히 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72E29-AE30-4906-8909-70720AC4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실패 경로에서도 연 자원은 모두 닫았습니다.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163D7-4642-470C-A375-0AFEF395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챕터별 매 줄 설명은 발표자 노트와 Markdown 원고에 함께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3EAD1-7BBD-4822-83AF-20329F2A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5주차 첫 번째 수업 · 보조 자료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7323168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68CF-76F2-433C-933D-C68C5A75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함수는 어디에 사는가 · 원형과 구현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074AA-DC89-43AB-B7D9-3ED093C9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F0BB6-4136-4B6E-A0B9-09FB881D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세 층: 원형은 헤더, 사용자 공간 구현은 glibc, 실제 일은 커널이 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0E161F-0F0C-40D8-B968-0AADECF4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시스템 호출 래퍼: uname, sysinfo, getrlimit·setrlimit, open·close.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EF35C-267A-4A2D-982E-8D307FB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조합형 함수: sysconf, opendir·readdir, stdio, malloc이 여기 있습니다.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72E29-AE30-4906-8909-70720AC4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순수 사용자 공간: strtoull, strcmp 계열, exit은 커널을 호출하지 않습니다.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163D7-4642-470C-A375-0AFEF395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원형의 위치는 man 페이지 SYNOPSIS의 #include 줄에서 바로 확인합니다.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3EAD1-7BBD-4822-83AF-20329F2A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확인: nm -D libc.so.6 · strace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732316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68CF-76F2-433C-933D-C68C5A75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80" y="781200"/>
            <a:ext cx="10972440" cy="618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3300" b="1" u="none">
                <a:solidFill>
                  <a:srgbClr val="111111"/>
                </a:solidFill>
                <a:latin typeface="Noto Sans CJK KR"/>
                <a:ea typeface="Noto Sans CJK KR"/>
                <a:cs typeface="Noto Sans CJK KR"/>
              </a:rPr>
              <a:t>커널 구현 위치 · kernel.org</a:t>
            </a:r>
            <a:endParaRPr sz="3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074AA-DC89-43AB-B7D9-3ED093C9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1620000"/>
            <a:ext cx="11520000" cy="0"/>
          </a:xfrm>
          <a:prstGeom xmlns:a="http://schemas.openxmlformats.org/drawingml/2006/main" prst="line">
            <a:avLst/>
          </a:prstGeom>
          <a:ln xmlns:a="http://schemas.openxmlformats.org/drawingml/2006/main" w="38160">
            <a:solidFill>
              <a:srgbClr val="FF800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5000" rIns="90000" bIns="-4500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F0BB6-4136-4B6E-A0B9-09FB881D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1764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kernel/sys.c: newuname, sysinfo, do_prlimit, sethostname.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0E161F-0F0C-40D8-B968-0AADECF4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2538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fs/open.c: openat과 close. fs/readdir.c: getdents64.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EF35C-267A-4A2D-982E-8D307FB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3312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mm/mmap.c: brk와 mmap. malloc이 커널에서 받아 오는 통로입니다.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72E29-AE30-4906-8909-70720AC4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086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include/linux/utsname.h와 init/version.c: new_utsname과 init_uts_ns.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163D7-4642-470C-A375-0AFEF395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00" y="4860000"/>
            <a:ext cx="10908000" cy="56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</a:pPr>
            <a:r>
              <a:rPr sz="2400" b="0" u="none">
                <a:solidFill>
                  <a:srgbClr val="23384B"/>
                </a:solidFill>
                <a:latin typeface="Noto Sans CJK KR"/>
                <a:ea typeface="Noto Sans CJK KR"/>
                <a:cs typeface="Noto Sans CJK KR"/>
              </a:rPr>
              <a:t>링크는 kernel.org stable 저장소의 linux-7.2.y 브랜치로 연결합니다.</a:t>
            </a:r>
            <a:endParaRPr sz="2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3EAD1-7BBD-4822-83AF-20329F2A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560" y="5924520"/>
            <a:ext cx="10934280" cy="47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666666"/>
                </a:solidFill>
                <a:latin typeface="Noto Sans CJK KR"/>
                <a:ea typeface="Noto Sans CJK KR"/>
                <a:cs typeface="Noto Sans CJK KR"/>
              </a:rPr>
              <a:t>stable linux-7.2.y · 2026-09-28 확인</a:t>
            </a:r>
            <a:endParaRPr sz="158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73231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ChatG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2026-09-28T01:44:21.1390000Z</dcterms:created>
  <dcterms:modified xsi:type="dcterms:W3CDTF">2026-09-28T01:44:21.1390000Z</dcterms:modified>
</coreProperties>
</file>