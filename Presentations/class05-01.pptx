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4fa41158d54655" /><Relationship Type="http://schemas.openxmlformats.org/officeDocument/2006/relationships/extended-properties" Target="/docProps/app.xml" Id="Rbe1fd7fc052441ef" /><Relationship Type="http://schemas.openxmlformats.org/officeDocument/2006/relationships/officeDocument" Target="/ppt/presentation.xml" Id="R99df850095d942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d692fd56d745b7"/>
  </p:sldMasterIdLst>
  <p:notesMasterIdLst>
    <p:notesMasterId xmlns:r="http://schemas.openxmlformats.org/officeDocument/2006/relationships" r:id="Rf5b4509cac9e48d2"/>
  </p:notesMasterIdLst>
  <p:sldIdLst>
    <p:sldId xmlns:r="http://schemas.openxmlformats.org/officeDocument/2006/relationships" id="256" r:id="R9b38d505d1bb4a1b"/>
    <p:sldId xmlns:r="http://schemas.openxmlformats.org/officeDocument/2006/relationships" id="257" r:id="R99c4b0aa79c24a89"/>
    <p:sldId xmlns:r="http://schemas.openxmlformats.org/officeDocument/2006/relationships" id="258" r:id="R5dba35c23da8427e"/>
    <p:sldId xmlns:r="http://schemas.openxmlformats.org/officeDocument/2006/relationships" id="259" r:id="R86d7d4a8ddce4b35"/>
    <p:sldId xmlns:r="http://schemas.openxmlformats.org/officeDocument/2006/relationships" id="260" r:id="R43c2cfba5d204983"/>
    <p:sldId xmlns:r="http://schemas.openxmlformats.org/officeDocument/2006/relationships" id="261" r:id="R2ee5d8779fdd48d9"/>
    <p:sldId xmlns:r="http://schemas.openxmlformats.org/officeDocument/2006/relationships" id="262" r:id="Rb139b528b1db42b9"/>
    <p:sldId xmlns:r="http://schemas.openxmlformats.org/officeDocument/2006/relationships" id="263" r:id="R91b27186c0d94839"/>
    <p:sldId xmlns:r="http://schemas.openxmlformats.org/officeDocument/2006/relationships" id="264" r:id="R64dadea5c8b643e1"/>
    <p:sldId xmlns:r="http://schemas.openxmlformats.org/officeDocument/2006/relationships" id="265" r:id="R08fe7bd3419f4bfe"/>
    <p:sldId xmlns:r="http://schemas.openxmlformats.org/officeDocument/2006/relationships" id="266" r:id="R39341b437a434d6f"/>
    <p:sldId xmlns:r="http://schemas.openxmlformats.org/officeDocument/2006/relationships" id="267" r:id="Rdec3b19e6ee240e2"/>
    <p:sldId xmlns:r="http://schemas.openxmlformats.org/officeDocument/2006/relationships" id="268" r:id="R9efa6d1f2b514a4d"/>
    <p:sldId xmlns:r="http://schemas.openxmlformats.org/officeDocument/2006/relationships" id="269" r:id="Raf8700871b78437a"/>
    <p:sldId xmlns:r="http://schemas.openxmlformats.org/officeDocument/2006/relationships" id="270" r:id="R4a46233ae868493c"/>
    <p:sldId xmlns:r="http://schemas.openxmlformats.org/officeDocument/2006/relationships" id="271" r:id="Rffc99744070642e5"/>
    <p:sldId xmlns:r="http://schemas.openxmlformats.org/officeDocument/2006/relationships" id="272" r:id="R01fe0a521c5c4acd"/>
    <p:sldId xmlns:r="http://schemas.openxmlformats.org/officeDocument/2006/relationships" id="273" r:id="R12da212bf3714a1c"/>
    <p:sldId xmlns:r="http://schemas.openxmlformats.org/officeDocument/2006/relationships" id="274" r:id="Re3e2893e39044c7b"/>
    <p:sldId xmlns:r="http://schemas.openxmlformats.org/officeDocument/2006/relationships" id="275" r:id="R7bca36899e444df1"/>
    <p:sldId xmlns:r="http://schemas.openxmlformats.org/officeDocument/2006/relationships" id="276" r:id="R033c8062fdf54b40"/>
    <p:sldId xmlns:r="http://schemas.openxmlformats.org/officeDocument/2006/relationships" id="277" r:id="R3d8220b04bc5489e"/>
    <p:sldId xmlns:r="http://schemas.openxmlformats.org/officeDocument/2006/relationships" id="278" r:id="R5d17cd0a2830404e"/>
    <p:sldId xmlns:r="http://schemas.openxmlformats.org/officeDocument/2006/relationships" id="279" r:id="Rf82d76a4d9bd45f1"/>
    <p:sldId xmlns:r="http://schemas.openxmlformats.org/officeDocument/2006/relationships" id="280" r:id="R203101ff8ab8475e"/>
    <p:sldId xmlns:r="http://schemas.openxmlformats.org/officeDocument/2006/relationships" id="281" r:id="R7402043f67044011"/>
    <p:sldId xmlns:r="http://schemas.openxmlformats.org/officeDocument/2006/relationships" id="282" r:id="R90d1beaf7b7148a8"/>
    <p:sldId xmlns:r="http://schemas.openxmlformats.org/officeDocument/2006/relationships" id="283" r:id="R135da9172cc04862"/>
    <p:sldId xmlns:r="http://schemas.openxmlformats.org/officeDocument/2006/relationships" id="284" r:id="Ra9dd62b5caa94264"/>
    <p:sldId xmlns:r="http://schemas.openxmlformats.org/officeDocument/2006/relationships" id="285" r:id="R9629f7b500494ca4"/>
    <p:sldId xmlns:r="http://schemas.openxmlformats.org/officeDocument/2006/relationships" id="286" r:id="R1b50d6a58e7a41e6"/>
    <p:sldId xmlns:r="http://schemas.openxmlformats.org/officeDocument/2006/relationships" id="287" r:id="R4456fbbf5ad645fe"/>
    <p:sldId xmlns:r="http://schemas.openxmlformats.org/officeDocument/2006/relationships" id="288" r:id="Re10fe6bb8d134d74"/>
    <p:sldId xmlns:r="http://schemas.openxmlformats.org/officeDocument/2006/relationships" id="289" r:id="R297db3d53f9c498e"/>
    <p:sldId xmlns:r="http://schemas.openxmlformats.org/officeDocument/2006/relationships" id="290" r:id="R133603c6dab24a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7994b4dbb64071" /><Relationship Type="http://schemas.openxmlformats.org/officeDocument/2006/relationships/slideMaster" Target="/ppt/slideMasters/slideMaster1.xml" Id="Rdcd692fd56d745b7" /><Relationship Type="http://schemas.openxmlformats.org/officeDocument/2006/relationships/notesMaster" Target="/ppt/notesMasters/notesMaster1.xml" Id="Rf5b4509cac9e48d2" /><Relationship Type="http://schemas.openxmlformats.org/officeDocument/2006/relationships/presProps" Target="/ppt/presProps.xml" Id="Rf30114d80552489b" /><Relationship Type="http://schemas.openxmlformats.org/officeDocument/2006/relationships/tableStyles" Target="/ppt/tableStyles.xml" Id="R1f24c6ba53ed4016" /><Relationship Type="http://schemas.openxmlformats.org/officeDocument/2006/relationships/slide" Target="/ppt/slides/slide1.xml" Id="R9b38d505d1bb4a1b" /><Relationship Type="http://schemas.openxmlformats.org/officeDocument/2006/relationships/slide" Target="/ppt/slides/slide2.xml" Id="R99c4b0aa79c24a89" /><Relationship Type="http://schemas.openxmlformats.org/officeDocument/2006/relationships/slide" Target="/ppt/slides/slide3.xml" Id="R5dba35c23da8427e" /><Relationship Type="http://schemas.openxmlformats.org/officeDocument/2006/relationships/slide" Target="/ppt/slides/slide4.xml" Id="R86d7d4a8ddce4b35" /><Relationship Type="http://schemas.openxmlformats.org/officeDocument/2006/relationships/slide" Target="/ppt/slides/slide5.xml" Id="R43c2cfba5d204983" /><Relationship Type="http://schemas.openxmlformats.org/officeDocument/2006/relationships/slide" Target="/ppt/slides/slide6.xml" Id="R2ee5d8779fdd48d9" /><Relationship Type="http://schemas.openxmlformats.org/officeDocument/2006/relationships/slide" Target="/ppt/slides/slide7.xml" Id="Rb139b528b1db42b9" /><Relationship Type="http://schemas.openxmlformats.org/officeDocument/2006/relationships/slide" Target="/ppt/slides/slide8.xml" Id="R91b27186c0d94839" /><Relationship Type="http://schemas.openxmlformats.org/officeDocument/2006/relationships/slide" Target="/ppt/slides/slide9.xml" Id="R64dadea5c8b643e1" /><Relationship Type="http://schemas.openxmlformats.org/officeDocument/2006/relationships/slide" Target="/ppt/slides/slide10.xml" Id="R08fe7bd3419f4bfe" /><Relationship Type="http://schemas.openxmlformats.org/officeDocument/2006/relationships/slide" Target="/ppt/slides/slide11.xml" Id="R39341b437a434d6f" /><Relationship Type="http://schemas.openxmlformats.org/officeDocument/2006/relationships/slide" Target="/ppt/slides/slide12.xml" Id="Rdec3b19e6ee240e2" /><Relationship Type="http://schemas.openxmlformats.org/officeDocument/2006/relationships/slide" Target="/ppt/slides/slide13.xml" Id="R9efa6d1f2b514a4d" /><Relationship Type="http://schemas.openxmlformats.org/officeDocument/2006/relationships/slide" Target="/ppt/slides/slide14.xml" Id="Raf8700871b78437a" /><Relationship Type="http://schemas.openxmlformats.org/officeDocument/2006/relationships/slide" Target="/ppt/slides/slide15.xml" Id="R4a46233ae868493c" /><Relationship Type="http://schemas.openxmlformats.org/officeDocument/2006/relationships/slide" Target="/ppt/slides/slide16.xml" Id="Rffc99744070642e5" /><Relationship Type="http://schemas.openxmlformats.org/officeDocument/2006/relationships/slide" Target="/ppt/slides/slide17.xml" Id="R01fe0a521c5c4acd" /><Relationship Type="http://schemas.openxmlformats.org/officeDocument/2006/relationships/slide" Target="/ppt/slides/slide18.xml" Id="R12da212bf3714a1c" /><Relationship Type="http://schemas.openxmlformats.org/officeDocument/2006/relationships/slide" Target="/ppt/slides/slide19.xml" Id="Re3e2893e39044c7b" /><Relationship Type="http://schemas.openxmlformats.org/officeDocument/2006/relationships/slide" Target="/ppt/slides/slide20.xml" Id="R7bca36899e444df1" /><Relationship Type="http://schemas.openxmlformats.org/officeDocument/2006/relationships/slide" Target="/ppt/slides/slide21.xml" Id="R033c8062fdf54b40" /><Relationship Type="http://schemas.openxmlformats.org/officeDocument/2006/relationships/slide" Target="/ppt/slides/slide22.xml" Id="R3d8220b04bc5489e" /><Relationship Type="http://schemas.openxmlformats.org/officeDocument/2006/relationships/slide" Target="/ppt/slides/slide23.xml" Id="R5d17cd0a2830404e" /><Relationship Type="http://schemas.openxmlformats.org/officeDocument/2006/relationships/slide" Target="/ppt/slides/slide24.xml" Id="Rf82d76a4d9bd45f1" /><Relationship Type="http://schemas.openxmlformats.org/officeDocument/2006/relationships/slide" Target="/ppt/slides/slide25.xml" Id="R203101ff8ab8475e" /><Relationship Type="http://schemas.openxmlformats.org/officeDocument/2006/relationships/slide" Target="/ppt/slides/slide26.xml" Id="R7402043f67044011" /><Relationship Type="http://schemas.openxmlformats.org/officeDocument/2006/relationships/slide" Target="/ppt/slides/slide27.xml" Id="R90d1beaf7b7148a8" /><Relationship Type="http://schemas.openxmlformats.org/officeDocument/2006/relationships/slide" Target="/ppt/slides/slide28.xml" Id="R135da9172cc04862" /><Relationship Type="http://schemas.openxmlformats.org/officeDocument/2006/relationships/slide" Target="/ppt/slides/slide29.xml" Id="Ra9dd62b5caa94264" /><Relationship Type="http://schemas.openxmlformats.org/officeDocument/2006/relationships/slide" Target="/ppt/slides/slide30.xml" Id="R9629f7b500494ca4" /><Relationship Type="http://schemas.openxmlformats.org/officeDocument/2006/relationships/slide" Target="/ppt/slides/slide31.xml" Id="R1b50d6a58e7a41e6" /><Relationship Type="http://schemas.openxmlformats.org/officeDocument/2006/relationships/slide" Target="/ppt/slides/slide32.xml" Id="R4456fbbf5ad645fe" /><Relationship Type="http://schemas.openxmlformats.org/officeDocument/2006/relationships/slide" Target="/ppt/slides/slide33.xml" Id="Re10fe6bb8d134d74" /><Relationship Type="http://schemas.openxmlformats.org/officeDocument/2006/relationships/slide" Target="/ppt/slides/slide34.xml" Id="R297db3d53f9c498e" /><Relationship Type="http://schemas.openxmlformats.org/officeDocument/2006/relationships/slide" Target="/ppt/slides/slide35.xml" Id="R133603c6dab24a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9e5218668c4f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ChatG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a7aba0598342e8" /><Relationship Type="http://schemas.openxmlformats.org/officeDocument/2006/relationships/notesMaster" Target="/ppt/notesMasters/notesMaster1.xml" Id="Rce26df225e5141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1ec91c96f44676" /><Relationship Type="http://schemas.openxmlformats.org/officeDocument/2006/relationships/notesMaster" Target="/ppt/notesMasters/notesMaster1.xml" Id="R7d00952f643f4b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86cb7a7e4b458c" /><Relationship Type="http://schemas.openxmlformats.org/officeDocument/2006/relationships/notesMaster" Target="/ppt/notesMasters/notesMaster1.xml" Id="R9a14458bb75c4c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00c1c545fd4b98" /><Relationship Type="http://schemas.openxmlformats.org/officeDocument/2006/relationships/notesMaster" Target="/ppt/notesMasters/notesMaster1.xml" Id="R65b4845487bf4a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81ccf2551c4270" /><Relationship Type="http://schemas.openxmlformats.org/officeDocument/2006/relationships/notesMaster" Target="/ppt/notesMasters/notesMaster1.xml" Id="R61c811e3277e4f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2e01c3da614fff" /><Relationship Type="http://schemas.openxmlformats.org/officeDocument/2006/relationships/notesMaster" Target="/ppt/notesMasters/notesMaster1.xml" Id="Rb1b75f4f76ce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6097d39a8e42a6" /><Relationship Type="http://schemas.openxmlformats.org/officeDocument/2006/relationships/notesMaster" Target="/ppt/notesMasters/notesMaster1.xml" Id="R3d5f0d72fab444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0f5baeb01d4b63" /><Relationship Type="http://schemas.openxmlformats.org/officeDocument/2006/relationships/notesMaster" Target="/ppt/notesMasters/notesMaster1.xml" Id="R1001436c690b44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2d8dfa1d154d7f" /><Relationship Type="http://schemas.openxmlformats.org/officeDocument/2006/relationships/notesMaster" Target="/ppt/notesMasters/notesMaster1.xml" Id="R2e33be5525214a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dd676737f54b49" /><Relationship Type="http://schemas.openxmlformats.org/officeDocument/2006/relationships/notesMaster" Target="/ppt/notesMasters/notesMaster1.xml" Id="R0eb4e07513de43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54ff0b82484d21" /><Relationship Type="http://schemas.openxmlformats.org/officeDocument/2006/relationships/notesMaster" Target="/ppt/notesMasters/notesMaster1.xml" Id="R2497694d2cc849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ac6773dcfe4698" /><Relationship Type="http://schemas.openxmlformats.org/officeDocument/2006/relationships/notesMaster" Target="/ppt/notesMasters/notesMaster1.xml" Id="R2d059fa862804d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67c7dfc03e41ed" /><Relationship Type="http://schemas.openxmlformats.org/officeDocument/2006/relationships/notesMaster" Target="/ppt/notesMasters/notesMaster1.xml" Id="R00062b3d504747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13cce55ba948b7" /><Relationship Type="http://schemas.openxmlformats.org/officeDocument/2006/relationships/notesMaster" Target="/ppt/notesMasters/notesMaster1.xml" Id="R8ee93e850b1547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c1960f34ec4ccb" /><Relationship Type="http://schemas.openxmlformats.org/officeDocument/2006/relationships/notesMaster" Target="/ppt/notesMasters/notesMaster1.xml" Id="R03f52450dc434a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8420c2e9114b24" /><Relationship Type="http://schemas.openxmlformats.org/officeDocument/2006/relationships/notesMaster" Target="/ppt/notesMasters/notesMaster1.xml" Id="Re0e660dc188747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5104b86ff74cf2" /><Relationship Type="http://schemas.openxmlformats.org/officeDocument/2006/relationships/notesMaster" Target="/ppt/notesMasters/notesMaster1.xml" Id="R6caead947fbc4b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40d20f772d4b2d" /><Relationship Type="http://schemas.openxmlformats.org/officeDocument/2006/relationships/notesMaster" Target="/ppt/notesMasters/notesMaster1.xml" Id="Reac5c84cd91b4b1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1c8e58b1cd74795" /><Relationship Type="http://schemas.openxmlformats.org/officeDocument/2006/relationships/notesMaster" Target="/ppt/notesMasters/notesMaster1.xml" Id="R28844a413b9d43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20a4ae4c7fa41fb" /><Relationship Type="http://schemas.openxmlformats.org/officeDocument/2006/relationships/notesMaster" Target="/ppt/notesMasters/notesMaster1.xml" Id="Rb1207032d0d84ba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cf685a86b554bda" /><Relationship Type="http://schemas.openxmlformats.org/officeDocument/2006/relationships/notesMaster" Target="/ppt/notesMasters/notesMaster1.xml" Id="Re7199a47f5834cc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b0eadb9813545a6" /><Relationship Type="http://schemas.openxmlformats.org/officeDocument/2006/relationships/notesMaster" Target="/ppt/notesMasters/notesMaster1.xml" Id="Rb77a518468504bc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bd47836b0284972" /><Relationship Type="http://schemas.openxmlformats.org/officeDocument/2006/relationships/notesMaster" Target="/ppt/notesMasters/notesMaster1.xml" Id="Rd3adf43ea534414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622119269442c2" /><Relationship Type="http://schemas.openxmlformats.org/officeDocument/2006/relationships/notesMaster" Target="/ppt/notesMasters/notesMaster1.xml" Id="R1e94cda781854a0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b09e72dedb541d7" /><Relationship Type="http://schemas.openxmlformats.org/officeDocument/2006/relationships/notesMaster" Target="/ppt/notesMasters/notesMaster1.xml" Id="R59108a29eba5466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84395bbc780448d" /><Relationship Type="http://schemas.openxmlformats.org/officeDocument/2006/relationships/notesMaster" Target="/ppt/notesMasters/notesMaster1.xml" Id="Rbfd443084f7543e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f71e93e55544d44" /><Relationship Type="http://schemas.openxmlformats.org/officeDocument/2006/relationships/notesMaster" Target="/ppt/notesMasters/notesMaster1.xml" Id="R2b7131e2e19c4d3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983a63e04144605" /><Relationship Type="http://schemas.openxmlformats.org/officeDocument/2006/relationships/notesMaster" Target="/ppt/notesMasters/notesMaster1.xml" Id="R0478bfb89758443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fb0b3677fcd4aac" /><Relationship Type="http://schemas.openxmlformats.org/officeDocument/2006/relationships/notesMaster" Target="/ppt/notesMasters/notesMaster1.xml" Id="Ra2e1eaee6ff1440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facf4c380a44fc5" /><Relationship Type="http://schemas.openxmlformats.org/officeDocument/2006/relationships/notesMaster" Target="/ppt/notesMasters/notesMaster1.xml" Id="Ra927d68b1426448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9fb7e3542934097" /><Relationship Type="http://schemas.openxmlformats.org/officeDocument/2006/relationships/notesMaster" Target="/ppt/notesMasters/notesMaster1.xml" Id="R9a4c02cba59e4aa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ca18c6688774fd1" /><Relationship Type="http://schemas.openxmlformats.org/officeDocument/2006/relationships/notesMaster" Target="/ppt/notesMasters/notesMaster1.xml" Id="R3fb9eea1365b459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64720ac83e64f1b" /><Relationship Type="http://schemas.openxmlformats.org/officeDocument/2006/relationships/notesMaster" Target="/ppt/notesMasters/notesMaster1.xml" Id="R11065157544040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96a3ba8b8664e47" /><Relationship Type="http://schemas.openxmlformats.org/officeDocument/2006/relationships/notesMaster" Target="/ppt/notesMasters/notesMaster1.xml" Id="R1f21fd7f457a439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2ee0faa00a14786" /><Relationship Type="http://schemas.openxmlformats.org/officeDocument/2006/relationships/notesMaster" Target="/ppt/notesMasters/notesMaster1.xml" Id="R5272644a54954c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시스템 정보와 자원 한계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지난 두 주는 파일의 내용·속성·이름을 다뤘다. 오늘은 프로그램이 자기 실행 환경을 알아내는 인터페이스를 다룬다. 표준 API와 Linux 관찰 창을 구분하는 것이 이번 시간의 핵심 문제다.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수업 구성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1부를 마친 뒤 휴식 10분을 포함해 총 120분이다. 전반부는 실행 환경을 알아내는 조회 API의 계약을, 후반부는 자원 한계와 /proc 관찰을 다룬다.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왜 시스템 정보를 읽는가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같은 프로그램도 실행 환경에 따라 동작 조건이 달라진다. 페이지 크기, CPU 수, 열린 파일 상한을 상수로 가정하면 다른 환경에서 실패한다. 오늘 배우는 호출은 모두 값을 얻는 조회이며, 반환값 검사가 곧 프로그램의 첫 단계다.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https://man7.org/linux/man-pages/man2/uname.2.html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https://man7.org/linux/man-pages/man3/sysconf.3.html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1부 시스템 식별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uname(2)과 struct utsname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헤더는 &lt;sys/utsname.h&gt;이고 성공 0, 실패 -1이다. version 문자열의 형식은 배포판마다 다르다. domainname 필드는 Linux 확장이다. nodename이 항상 호스트 이름과 일치하지는 않는다(컨테이너 등).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https://man7.org/linux/man-pages/man2/uname.2.html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sysprobe: uname 조회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sysname 값으로 운영 체제를 구분하는 코드를 만들 수 있다. 완성 sysprobe는 버전 필드와 sysconf 결과까지 함께 출력한다.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https://man7.org/linux/man-pages/man2/uname.2.html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uname(1) 명령과 비교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화면의 출력은 Ubuntu 예시다. macOS에서는 sysname이 Darwin이고 machine이 arm64처럼 나온다. 값 자체보다 어떤 필드가 어느 열에 대응하는지가 중요하다.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https://man7.org/linux/man-pages/man2/uname.2.html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sysinfo(2): 자원 요약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loads는 65536을 1로 하는 고정소수점 값이다. 같은 정보를 /proc/meminfo와 /proc/loadavg에서도 읽을 수 있다. sysinfo_demo는 Linux가 아니면 안내 문장을 출력하고 실패 상태로 끝난다.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https://man7.org/linux/man-pages/man2/sysinfo.2.html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실습 1: 시스템 식별 관찰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sysprobe의 각 줄이 uname의 어느 옵션과 같은지 표로 적는다. macOS 실습 환경에서는 sysinfo_demo가 Linux 전용 안내를 출력하는 것도 관찰 결과다.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https://man7.org/linux/man-pages/man2/uname.2.html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https://man7.org/linux/man-pages/man2/sysinfo.2.html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2부 sysconf와 경계값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sysconf(3)의 역할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헤더는 &lt;unistd.h&gt;다. 조회마다 값이 다를 수 있으므로 결과를 저장해 재사용하는 코드와 매번 조회하는 코드의 차이를 생각해 본다.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https://man7.org/linux/man-pages/man3/sysconf.3.html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sysconf의 반환값 계약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sysconf는 실패해도 errno를 바꾸지 않을 수 있다. 그래서 호출 전에 errno를 0으로 초기화하는 관습이 필요하다. 지원하지 않는 name은 EINVAL으로 실패한다. 이 읽기법은 -1과 errno의 조합으로 상태를 나누는 대표 사례다.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https://man7.org/linux/man-pages/man3/sysconf.3.html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자주 쓰는 _SC 상수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_SC_OPEN_MAX는 FD의 soft 한계 값이고 _SC_ARG_MAX는 exec 인자와 환경의 총 크기 상한이다. x86_64 Linux에서 PAGESIZE 4096, CLK_TCK 100이 흔하지만 코드에 박아 넣지 않고 조회해 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https://man7.org/linux/man-pages/man3/sysconf.3.html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https://man7.org/linux/man-pages/man2/times.2.html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sysprobe: sysconf 읽기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완성 sysprobe는 cpus_online, pagesize, clk_tck, open_max, arg_max를 이 함수로 출력한다. 라벨을 인자로 받으면 오류 메시지가 어느 조회인지 알려준다.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https://man7.org/linux/man-pages/man3/sysconf.3.html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페이지 크기와 CLK_TCK가 쓰이는 곳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Apple Silicon은 16384바이트 페이지를 쓴다. sysconf(_SC_PAGESIZE)는 getpagesize()보다 표준적인 방법이다. CLK_TCK는 다음 시간에 배울 시간 처리에서 times와 짝으로 쓰인다.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https://man7.org/linux/man-pages/man2/getpagesize.2.html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https://man7.org/linux/man-pages/man2/times.2.html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pathconf와 fpathconf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pathconf는 경로를, fpathconf는 열린 FD를 기준으로 삼는다. 반환값 계약은 sysconf와 같다. Linux의 PATH_MAX 제한은 실제로는 더 긴 경로도 다루는 경우가 있어 문서를 함께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https://man7.org/linux/man-pages/man3/pathconf.3.html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실습 2: 경계값 비교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getconf OPEN_MAX와 ulimit -Sn이 같은 숫자인지, sysprobe의 open_max와도 같은지 비교한다. macOS에서는 일부 기본값이 달라진다. 값이 다르다면 그 이유를 문서에서 찾는다.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https://man7.org/linux/man-pages/man3/sysconf.3.html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3부 자원 한계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getrlimit과 setrlimit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헤더는 &lt;sys/resource.h&gt;다. 구조체를 채운 뒤에야 필드를 읽는 규칙은 stat과 같다. 값을 바꾼 뒤에는 getrlimit로 실제 값을 다시 확인한다.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https://man7.org/linux/man-pages/man2/getrlimit.2.html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soft 한계와 hard 한계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hard를 올리는 것은 보통 특권이 필요하다. bash의 ulimit -n은 -S를 붙이지 않으면 soft와 hard를 함께 바꾸므로 실습에서는 ulimit -Sn을 쓴다. 프로그램이 바꾼 한계는 그 프로세스와 이후 자식에만 적용된다.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https://man7.org/linux/man-pages/man2/getrlimit.2.html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주요 RLIMIT 종류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Linux의 RLIMIT_NPROC는 실제 사용자 ID별로 계산한다. RLIMIT_CORE는 코어 덤프 크기 상한으로 limit_show가 함께 출력한다. 세부 의미는 getrlimit(2)의 표로 확인한다.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https://man7.org/linux/man-pages/man2/getrlimit.2.html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limit_show: getrlimit 출력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rlim_t의 크기는 시스템마다 다를 수 있어 printf 형식을 맞추기 위해 uintmax_t로 변환한다. 완성 limit_show는 일곱 종류의 자원을 출력한다.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https://man7.org/linux/man-pages/man2/getrlimit.2.html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한계에 도달하면 무슨 일이 생기나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시그널을 다루는 방법은 9주차 주제다. 오늘은 한계 초과가 호출 실패로 나타나는 경우를 직접 관찰한다. 기본 시그널 처리로 끝나는 경우도 있다는 것만 알아 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https://man7.org/linux/man-pages/man2/open.2.html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https://man7.org/linux/man-pages/man7/signal.7.html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nofile_demo: FD 한계 실험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표준 입출력 오류 FD 세 개가 이미 열려 있으므로 opened는 soft 값보다 약간 작다. 배열 크기는 soft 한계에 맞춰 확보한다. 실패해도 연 FD는 모두 닫는다.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https://man7.org/linux/man-pages/man2/open.2.html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https://man7.org/linux/man-pages/man2/getrlimit.2.html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setrlimit로 soft 한계 바꾸기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셸에서는 ulimit -Sn N이 같은 역할을 한다. 프로그램이 바꾼 한계는 부모 셸에 영향을 주지 않는다. hard를 넘는 상향 시도가 조용히 hard로 잘리는 것은 이 예제의 동작이고, 셸에서는 허용 오류로 나타난다.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https://man7.org/linux/man-pages/man2/getrlimit.2.html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실습 3: FD 한계 관찰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환경에 따라 기본 soft가 이미 클 수 있다. 그럴 때 --raise 64는 하향 실험이 된다. 4096이 hard보다 크면 hard 값으로 잘리는 것도 관찰한다. 셸 실험은 새 bash 안에서만 한계가 바뀌는지 확인하는 것이 목적이다.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https://man7.org/linux/man-pages/man2/getrlimit.2.html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4부 /proc 관찰 창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/proc 파일시스템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/proc의 파일 크기는 보통 0으로 표시되지만 내용은 있다. 다른 Unix에도 비슷한 메커니즘이 있으나 구조가 다르다. 이식성이 필요한 판단은 표준 API로, 진단은 /proc로 나누는 것이 오늘의 원칙이다.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https://man7.org/linux/man-pages/man5/proc.5.html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/proc의 주요 경로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self는 실행 중인 프로세스 자신으로 풀린다. /proc/self/fd의 항목은 FD 번호 이름의 심볼릭 링크다. pid를 직접 쓰면 다른 프로세스도 관찰할 수 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https://man7.org/linux/man-pages/man5/proc.5.html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proc_probe: /proc/self 관찰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완성 proc_probe는 loadavg 첫 줄과 fd 개수도 출력한다. /proc/self/fd를 여는 순간 그 스트림 자체가 FD 하나를 추가하므로 개수 해석에 주의한다. VmRSS의 단위는 kB다.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https://man7.org/linux/man-pages/man5/proc.5.html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표준 API와 /proc의 역할 분담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/proc/self/limits는 getrlimit가 주는 값과 같은 정보를 사람이 읽는 형태로 보여준다. 두 값이 어긋나 보이면 단위나 대상 프로세스를 먼저 확인한다.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https://man7.org/linux/man-pages/man5/proc.5.html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https://man7.org/linux/man-pages/man2/getrlimit.2.html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실습 4: /proc 관찰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grep /proc/self/status의 self는 grep 프로세스 자신이다. 명령마다 프로세스가 다르므로 VmRSS와 fd 개수가 달라지는 것이 정상이고, 그 이유를 설명하는 것이 이 실습의 핵심이다.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https://man7.org/linux/man-pages/man5/proc.5.html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확인 퀴즈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정답: 1. 조회 실패과 무한·미정의. 호출 전 errno를 0으로 만든 뒤 -1일 때 errno로 나눈다. 2. soft는 hard까지 상향 가능하고 hard 하향은 되돌릴 수 없다. 3. EMFILE. 4. RLIMIT_NOFILE의 soft 한계 값. 5. /proc는 Linux 고유이므로 이식성이 없다.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실습 정리와 제출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필수 로그: uname 비교, soft·hard 값, EMFILE 개수, /proc 관찰. 선택 과제는 sysprobe에 pathconf(_PC_NAME_MAX) 항목을 추가하는 것이다.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참고 자료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각 슬라이드 발표자 노트와 교안 원고에 관련 원문 링크가 있다. 조회마다 대상, 반환값, 자료형, 실패 조건을 함께 확인한다.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https://man7.org/linux/man-pages/man2/uname.2.html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https://man7.org/linux/man-pages/man2/sysinfo.2.html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https://man7.org/linux/man-pages/man3/sysconf.3.html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https://man7.org/linux/man-pages/man3/pathconf.3.html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https://man7.org/linux/man-pages/man2/getrlimit.2.html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https://man7.org/linux/man-pages/man5/proc.5.html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https://man7.org/linux/man-pages/man2/open.2.html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https://man7.org/linux/man-pages/man7/signal.7.html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https://man7.org/linux/man-pages/man2/times.2.html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https://man7.org/linux/man-pages/man2/getpagesize.2.html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bd594eb8f419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69F1FC7-0C71-49EB-A587-E66DDE1CFC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endParaRPr sz="4400" b="0" u="none" strike="noStrik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D89297E-C213-4B26-A5DA-1086227D386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b7a92cae464df2" /><Relationship Type="http://schemas.openxmlformats.org/officeDocument/2006/relationships/slideLayout" Target="/ppt/slideLayouts/slideLayout1.xml" Id="Rd351397f7d73481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7A68617-B33A-4D9C-9177-BAC8B09013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400" b="0" u="none" strike="noStrik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CDA60C2-7071-44E6-B7E2-DA3DEE82185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51397f7d73481f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ChatG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3077ebeb84c13" /><Relationship Type="http://schemas.openxmlformats.org/officeDocument/2006/relationships/image" Target="/ppt/media/image.png" Id="Re111b96a363e4324" /><Relationship Type="http://schemas.openxmlformats.org/officeDocument/2006/relationships/notesSlide" Target="/ppt/notesSlides/notesSlide1.xml" Id="Raedb4c47c69f4b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5d7f1210e49bb" /><Relationship Type="http://schemas.openxmlformats.org/officeDocument/2006/relationships/notesSlide" Target="/ppt/notesSlides/notesSlide2.xml" Id="Rfbcfa6a55e8c46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ecc442fa24629" /><Relationship Type="http://schemas.openxmlformats.org/officeDocument/2006/relationships/notesSlide" Target="/ppt/notesSlides/notesSlide3.xml" Id="Rc777ea5aa57540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ec528a2854a1b" /><Relationship Type="http://schemas.openxmlformats.org/officeDocument/2006/relationships/notesSlide" Target="/ppt/notesSlides/notesSlide4.xml" Id="R312ff3844dad44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2127abe414cff" /><Relationship Type="http://schemas.openxmlformats.org/officeDocument/2006/relationships/notesSlide" Target="/ppt/notesSlides/notesSlide5.xml" Id="Rb8f2a26aa19b4b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11880ac174ad9" /><Relationship Type="http://schemas.openxmlformats.org/officeDocument/2006/relationships/notesSlide" Target="/ppt/notesSlides/notesSlide6.xml" Id="R2822da8f1a6145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da38a01594cfc" /><Relationship Type="http://schemas.openxmlformats.org/officeDocument/2006/relationships/notesSlide" Target="/ppt/notesSlides/notesSlide7.xml" Id="R69174237fa4e48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0d616a49a45b2" /><Relationship Type="http://schemas.openxmlformats.org/officeDocument/2006/relationships/notesSlide" Target="/ppt/notesSlides/notesSlide8.xml" Id="R090b840ac8204a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a231aee794108" /><Relationship Type="http://schemas.openxmlformats.org/officeDocument/2006/relationships/notesSlide" Target="/ppt/notesSlides/notesSlide9.xml" Id="R3a5084edeb3c40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78dc3cda24aef" /><Relationship Type="http://schemas.openxmlformats.org/officeDocument/2006/relationships/notesSlide" Target="/ppt/notesSlides/notesSlide10.xml" Id="Re1030fb71a454e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a695d74ff45fc" /><Relationship Type="http://schemas.openxmlformats.org/officeDocument/2006/relationships/notesSlide" Target="/ppt/notesSlides/notesSlide11.xml" Id="Rd637750b18514d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1cd029e15406d" /><Relationship Type="http://schemas.openxmlformats.org/officeDocument/2006/relationships/notesSlide" Target="/ppt/notesSlides/notesSlide12.xml" Id="Rb240486219354c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f63faae3b412b" /><Relationship Type="http://schemas.openxmlformats.org/officeDocument/2006/relationships/notesSlide" Target="/ppt/notesSlides/notesSlide13.xml" Id="R64949834b83045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0a46997b1464e" /><Relationship Type="http://schemas.openxmlformats.org/officeDocument/2006/relationships/notesSlide" Target="/ppt/notesSlides/notesSlide14.xml" Id="R8c96b04f70104c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574329b9a45c4" /><Relationship Type="http://schemas.openxmlformats.org/officeDocument/2006/relationships/notesSlide" Target="/ppt/notesSlides/notesSlide15.xml" Id="Rb91084cc2a4749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0b914bb5049ad" /><Relationship Type="http://schemas.openxmlformats.org/officeDocument/2006/relationships/notesSlide" Target="/ppt/notesSlides/notesSlide16.xml" Id="R9cabf4abf37941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a468c06764754" /><Relationship Type="http://schemas.openxmlformats.org/officeDocument/2006/relationships/notesSlide" Target="/ppt/notesSlides/notesSlide17.xml" Id="Ra1409e0fc87b40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114b5f38e4866" /><Relationship Type="http://schemas.openxmlformats.org/officeDocument/2006/relationships/notesSlide" Target="/ppt/notesSlides/notesSlide18.xml" Id="Rd0cbbad7c4714d9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a4a2105ad46da" /><Relationship Type="http://schemas.openxmlformats.org/officeDocument/2006/relationships/notesSlide" Target="/ppt/notesSlides/notesSlide19.xml" Id="R3d15727b76db43a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aa0a0c3014330" /><Relationship Type="http://schemas.openxmlformats.org/officeDocument/2006/relationships/notesSlide" Target="/ppt/notesSlides/notesSlide20.xml" Id="Rf4afa920309a42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c150c96094ec3" /><Relationship Type="http://schemas.openxmlformats.org/officeDocument/2006/relationships/notesSlide" Target="/ppt/notesSlides/notesSlide21.xml" Id="R97b88049bd954c6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c8dd47c5041c2" /><Relationship Type="http://schemas.openxmlformats.org/officeDocument/2006/relationships/notesSlide" Target="/ppt/notesSlides/notesSlide22.xml" Id="R1a8362c2782e49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ac7b489954f01" /><Relationship Type="http://schemas.openxmlformats.org/officeDocument/2006/relationships/notesSlide" Target="/ppt/notesSlides/notesSlide23.xml" Id="R8a697b5d6a1146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8cb29945f4554" /><Relationship Type="http://schemas.openxmlformats.org/officeDocument/2006/relationships/notesSlide" Target="/ppt/notesSlides/notesSlide24.xml" Id="R014a1c6c7b8048f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a0753dda543ac" /><Relationship Type="http://schemas.openxmlformats.org/officeDocument/2006/relationships/notesSlide" Target="/ppt/notesSlides/notesSlide25.xml" Id="R626a3a0b2fa3456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ccdbb9d104bf8" /><Relationship Type="http://schemas.openxmlformats.org/officeDocument/2006/relationships/notesSlide" Target="/ppt/notesSlides/notesSlide26.xml" Id="R0fabeec49efc45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bfbd537b84a1c" /><Relationship Type="http://schemas.openxmlformats.org/officeDocument/2006/relationships/notesSlide" Target="/ppt/notesSlides/notesSlide27.xml" Id="Rc83214796121456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33d98a064425a" /><Relationship Type="http://schemas.openxmlformats.org/officeDocument/2006/relationships/notesSlide" Target="/ppt/notesSlides/notesSlide28.xml" Id="Ra811f11572d94a7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8ac409d9d4c2a" /><Relationship Type="http://schemas.openxmlformats.org/officeDocument/2006/relationships/notesSlide" Target="/ppt/notesSlides/notesSlide29.xml" Id="R9728033dc393400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338bae7164263" /><Relationship Type="http://schemas.openxmlformats.org/officeDocument/2006/relationships/notesSlide" Target="/ppt/notesSlides/notesSlide30.xml" Id="R430069ab0fcf441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7a3f3a2a34689" /><Relationship Type="http://schemas.openxmlformats.org/officeDocument/2006/relationships/notesSlide" Target="/ppt/notesSlides/notesSlide31.xml" Id="Re1ebd7cdc346465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708484a0149a6" /><Relationship Type="http://schemas.openxmlformats.org/officeDocument/2006/relationships/notesSlide" Target="/ppt/notesSlides/notesSlide32.xml" Id="R8b8bb1a5ff3141c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0c7b1a63e4662" /><Relationship Type="http://schemas.openxmlformats.org/officeDocument/2006/relationships/notesSlide" Target="/ppt/notesSlides/notesSlide33.xml" Id="Re3eb5e0c9d3c414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64cc134e64126" /><Relationship Type="http://schemas.openxmlformats.org/officeDocument/2006/relationships/notesSlide" Target="/ppt/notesSlides/notesSlide34.xml" Id="R1a8bc1cc2ec3476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20074153841be" /><Relationship Type="http://schemas.openxmlformats.org/officeDocument/2006/relationships/notesSlide" Target="/ppt/notesSlides/notesSlide35.xml" Id="Rbebf1590ee694f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8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DE3AF-B733-47A2-B721-22B3BD86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200">
            <a:off x="-2520" y="5094000"/>
            <a:ext cx="1219212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25E77-6200-4ED7-9AA3-E6238BD7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80"/>
            <a:ext cx="1082016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CSE232  </a:t>
            </a: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시스템프로그래밍</a:t>
            </a: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캡스톤디자인</a:t>
            </a: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)</a:t>
            </a:r>
            <a:endParaRPr sz="1729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93268-4632-472B-9F28-F37CFB1D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280"/>
            <a:ext cx="1082016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50" b="0" u="none" strike="noStrike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5주차 첫 번째 수업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EC7C4-6A88-4394-8257-5B9152C7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20"/>
            <a:ext cx="10820160" cy="169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465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시스템 정보와</a:t>
            </a:r>
            <a:endParaRPr sz="4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465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자원 한계</a:t>
            </a:r>
            <a:endParaRPr sz="4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79728-8F87-413E-A23A-01BEA30E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760"/>
            <a:ext cx="1082016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50" b="0" u="none" strike="noStrike">
                <a:solidFill>
                  <a:srgbClr val="000000"/>
                </a:solidFill>
                <a:latin typeface="Noto Sans CJK KR"/>
                <a:ea typeface="Noto Sans CJK KR"/>
                <a:cs typeface="Noto Sans CJK KR"/>
              </a:rPr>
              <a:t>경민기</a:t>
            </a:r>
            <a:endParaRPr sz="19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D5863-D8A2-4512-9C41-49DC92FA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1b96a363e4324"/>
          <a:stretch xmlns:a="http://schemas.openxmlformats.org/drawingml/2006/main"/>
        </p:blipFill>
        <p:spPr>
          <a:xfrm xmlns:a="http://schemas.openxmlformats.org/drawingml/2006/main">
            <a:off x="9360000" y="5657760"/>
            <a:ext cx="2520000" cy="821520"/>
          </a:xfrm>
          <a:prstGeom xmlns:a="http://schemas.openxmlformats.org/drawingml/2006/main" prst="rect">
            <a:avLst/>
          </a:prstGeom>
          <a:ln xmlns:a="http://schemas.openxmlformats.org/drawingml/2006/main" w="38160">
            <a:noFill/>
          </a:ln>
        </p:spPr>
      </p:pic>
    </p:spTree>
    <p:extLst>
      <p:ext uri="{BB962C8B-B14F-4D97-AF65-F5344CB8AC3E}">
        <p14:creationId xmlns:p14="http://schemas.microsoft.com/office/powerpoint/2010/main" val="16885653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CD4AF-55A7-44B6-A1AC-C880E67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수업 구성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9D149-8BAF-4F1A-92E7-90DCDD7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03C63-75C1-44B0-BB94-5372723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복습과 1부  시스템 식별 · 30분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FE834-C15A-4A4C-8DBF-6933672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2부  sysconf와 경계값 · 25분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49C9F-0AD5-4DC6-8478-CE2A951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3부  자원 한계 · 30분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4C4C2-047A-42EF-85AD-F207614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4부  /proc 관찰 창 · 20분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8BEC0-BAE8-4FC6-A9C2-F9AD53B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확인 퀴즈와 제출 · 5분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4F584-374D-4DCB-8280-45A9D78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120분 수업 · 1부 후 휴식 10분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8357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CD4AF-55A7-44B6-A1AC-C880E67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왜 시스템 정보를 읽는가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9D149-8BAF-4F1A-92E7-90DCDD7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03C63-75C1-44B0-BB94-5372723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실행 환경은 매번 다르다: 커널, CPU, 메모리, 열린 파일 상한.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FE834-C15A-4A4C-8DBF-6933672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진단 로그: 오류 보고에 시스템 식별 정보를 함께 남긴다.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49C9F-0AD5-4DC6-8478-CE2A951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이식성: 컴파일할 때 정하지 않고 실행할 때 값을 얻는다.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4C4C2-047A-42EF-85AD-F207614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자원 계획: 버퍼 크기나 동시 작업 수를 한계 안에서 정한다.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8BEC0-BAE8-4FC6-A9C2-F9AD53B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2주차에 uname·sysconf 예제를 잠깐 실행했습니다. 오늘은 계약까지 다룹니다.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4F584-374D-4DCB-8280-45A9D78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8357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7A67B-DB7D-4C99-9ABB-84E54B1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1047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39B86D-E266-4E21-B04F-B986A25A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1097244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1부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시스템 식별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8BA2E-D6FC-4248-AE6D-5A84831F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22526-5983-4043-A80B-7B4FD7AB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57444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999999"/>
                </a:solidFill>
                <a:latin typeface="Noto Sans CJK KR"/>
                <a:ea typeface="Noto Sans CJK KR"/>
                <a:cs typeface="Noto Sans CJK KR"/>
              </a:rPr>
              <a:t>uname과 sysinfo로 실행 환경을 확인합니다.</a:t>
            </a:r>
            <a:endParaRPr sz="2400" b="0" u="none" strike="noStrike">
              <a:solidFill>
                <a:srgbClr val="99999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19044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922A82-831F-42EA-8BBE-30A811A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uname(2)과 struct utsname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71BBE1-8A88-47F8-89ED-97B08E0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B02331-5905-40A7-8B9D-C26CEF0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sysname / nodename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803979-B049-48B0-93AF-B76499F1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커널 이름과 네트워크상의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호스트 이름이다.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0E0BDF-7FAA-4D3F-8A6B-0494A92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release / version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34490B-FF5D-4BC1-BA81-B0FF660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커널 릴리스와 빌드 정보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문자열이다.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0ED49F-3986-4929-82EC-1289F76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machine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B42C21-E7BC-404E-B860-26AB1D6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CPU 아키텍처 이름이다.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x86_64, aarch64 등이다.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0097D7-7CEF-4B45-BF76-4AD8E472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헤더: &lt;sys/utsname.h&gt;. 성공 0, 실패 -1입니다.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2110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D0BCE7-5C8A-43F0-81A5-341A2C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803C9F-8F25-41EE-B06B-47753BA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sysprobe: uname 조회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B5F529-9BF5-4D4D-B1C0-B155EA5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#include &lt;sys/utsname.h&gt;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struct utsname u;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(uname(&amp;u)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perror("uname");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printf("sysname=%s\n", u.sysname);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printf("nodename=%s\n", u.nodename);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printf("release=%s\n", u.release);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printf("machine=%s\n", u.machine);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4B02F8-53D7-4FBE-8884-F4589E66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호출 결과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AEB4F-DA3E-401B-B573-EB65EC7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성공 0, 실패 -1이다.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실패하면 errno를 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5586A1-42A3-4211-821C-66A8FB2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문자열 필드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B004DC0-87A0-40B0-99A2-CE73918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구조체 안에 들어 있는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널 종료 문자열이다.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AA8340-9D3D-49A6-85F3-82162A4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출력 시점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131663-F5B8-4CAD-A660-AB2ABC3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조회에 성공한 뒤에만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필드를 읽는다.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C50AFD-5FEE-4CF9-9B09-124213A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완성 예제: labs/class05-01/sysprobe.c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07420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D0BCE7-5C8A-43F0-81A5-341A2C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803C9F-8F25-41EE-B06B-47753BA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uname(1) 명령과 비교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B5F529-9BF5-4D4D-B1C0-B155EA5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$ uname -a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Linux lab-ubuntu 6.8.0-49-generic #49-Ubuntu \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SMP ... x86_64 GNU/Linux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-s Linux             -n lab-ubuntu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-r 6.8.0-49-generic  -m x86_64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$ uname -r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6.8.0-49-generic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$ uname -m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x86_64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4B02F8-53D7-4FBE-8884-F4589E66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명령과 함수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AEB4F-DA3E-401B-B573-EB65EC7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uname(1)은 같은 정보를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셸에서 확인한다.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5586A1-42A3-4211-821C-66A8FB2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함수의 쓰임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B004DC0-87A0-40B0-99A2-CE73918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프로그램 안에서 로그나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환경 판별에 사용한다.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AA8340-9D3D-49A6-85F3-82162A4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출력 차이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131663-F5B8-4CAD-A660-AB2ABC3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버전 문자열 형식은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배포판마다 다르다.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C50AFD-5FEE-4CF9-9B09-124213A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출력 예시: Ubuntu 22.04 환경입니다.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07420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922A82-831F-42EA-8BBE-30A811A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sysinfo(2): 자원 요약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71BBE1-8A88-47F8-89ED-97B08E0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B02331-5905-40A7-8B9D-C26CEF0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구조체 필드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803979-B049-48B0-93AF-B76499F1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uptime, loads, totalram,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freeram, procs 등이 있다.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0E0BDF-7FAA-4D3F-8A6B-0494A92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단위 환산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34490B-FF5D-4BC1-BA81-B0FF660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램 필드 값에 mem_unit을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곱해 바이트로 만든다.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0ED49F-3986-4929-82EC-1289F76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Linux 전용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B42C21-E7BC-404E-B860-26AB1D6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표준 인터페이스가 아니므로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이식성 코드와 구분한다.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0097D7-7CEF-4B45-BF76-4AD8E472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헤더: &lt;sys/sysinfo.h&gt;. Linux 전용입니다.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2110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D0BCE7-5C8A-43F0-81A5-341A2C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803C9F-8F25-41EE-B06B-47753BA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실습 1: 시스템 식별 관찰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B5F529-9BF5-4D4D-B1C0-B155EA5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./sysprobe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uname -a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uname -r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uname -m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Ubuntu에서 시스템 호출 관찰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strace -e uname ./sysprobe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Linux에서만 동작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./sysinfo_demo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4B02F8-53D7-4FBE-8884-F4589E66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uname 비교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AEB4F-DA3E-401B-B573-EB65EC7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sysprobe 출력과 uname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명령의 열을 맞춘다.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5586A1-42A3-4211-821C-66A8FB2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호출 관찰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B004DC0-87A0-40B0-99A2-CE73918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strace로 uname 시스템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호출을 확인한다.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AA8340-9D3D-49A6-85F3-82162A4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전용 인터페이스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131663-F5B8-4CAD-A660-AB2ABC3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sysinfo_demo는 Linux에서만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결과를 출력한다.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C50AFD-5FEE-4CF9-9B09-124213A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값을 예측한 뒤 REPORT.md에 기록합니다.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0742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7A67B-DB7D-4C99-9ABB-84E54B1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1047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39B86D-E266-4E21-B04F-B986A25A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1097244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2부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sysconf와 경계값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8BA2E-D6FC-4248-AE6D-5A84831F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22526-5983-4043-A80B-7B4FD7AB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57444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999999"/>
                </a:solidFill>
                <a:latin typeface="Noto Sans CJK KR"/>
                <a:ea typeface="Noto Sans CJK KR"/>
                <a:cs typeface="Noto Sans CJK KR"/>
              </a:rPr>
              <a:t>실행 시점에 시스템 경계값을 조회합니다.</a:t>
            </a:r>
            <a:endParaRPr sz="2400" b="0" u="none" strike="noStrike">
              <a:solidFill>
                <a:srgbClr val="99999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19044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922A82-831F-42EA-8BBE-30A811A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sysconf(3)의 역할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71BBE1-8A88-47F8-89ED-97B08E0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B02331-5905-40A7-8B9D-C26CEF0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실행 시점 조회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803979-B049-48B0-93AF-B76499F1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컴파일할 때 정하지 않고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실행할 때 값을 얻는다.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0E0BDF-7FAA-4D3F-8A6B-0494A92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인자 형태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34490B-FF5D-4BC1-BA81-B0FF660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_SC_ 접두사 상수로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조회할 값을 고른다.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0ED49F-3986-4929-82EC-1289F76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반환형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B42C21-E7BC-404E-B860-26AB1D6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long이다. 오류와 무한 값을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-1로 함께 표현할 수 있다.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0097D7-7CEF-4B45-BF76-4AD8E472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헤더: &lt;unistd.h&gt;. 인자는 int, 반환은 long입니다.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2110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CD4AF-55A7-44B6-A1AC-C880E67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sysconf의 반환값 계약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9D149-8BAF-4F1A-92E7-90DCDD7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03C63-75C1-44B0-BB94-5372723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호출 직전에 errno를 0으로 만든다.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FE834-C15A-4A4C-8DBF-6933672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-1이고 errno가 0이면: 한계가 없거나 값을 정할 수 없다.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49C9F-0AD5-4DC6-8478-CE2A951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-1이고 errno가 0이 아니면: 조회 자체가 실패했다.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4C4C2-047A-42EF-85AD-F207614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결론: -1 하나로 두 가지 뜻을 나눠 읽는다.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8BEC0-BAE8-4FC6-A9C2-F9AD53B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조회에 성공한 값을 얻은 뒤에 프로그램이 사용한다.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4F584-374D-4DCB-8280-45A9D78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8357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922A82-831F-42EA-8BBE-30A811A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자주 쓰는 _SC 상수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71BBE1-8A88-47F8-89ED-97B08E0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B02331-5905-40A7-8B9D-C26CEF0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_SC_PAGESIZE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803979-B049-48B0-93AF-B76499F1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메모리 페이지 크기.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정렬과 mmap 계산에 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0E0BDF-7FAA-4D3F-8A6B-0494A92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_SC_NPROCESSORS_ONLN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34490B-FF5D-4BC1-BA81-B0FF660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지금 사용 가능한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온라인 CPU 수다.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0ED49F-3986-4929-82EC-1289F76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_SC_CLK_TCK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B42C21-E7BC-404E-B860-26AB1D6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times(2) 값의 초당 틱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수다. CPU 시간 환산에 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0097D7-7CEF-4B45-BF76-4AD8E472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2110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D0BCE7-5C8A-43F0-81A5-341A2C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803C9F-8F25-41EE-B06B-47753BA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sysprobe: sysconf 읽기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B5F529-9BF5-4D4D-B1C0-B155EA5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static int probe(const char *label, int name)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errno =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long value = sysconf(name);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if (value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if (errno != 0)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    perror(label);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printf("%s=unlimited\n", label);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return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printf("%s=%ld\n", label, value);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4B02F8-53D7-4FBE-8884-F4589E66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초기화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AEB4F-DA3E-401B-B573-EB65EC7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호출 직전에 errno를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0으로 만든다.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5586A1-42A3-4211-821C-66A8FB2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두 갈래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B004DC0-87A0-40B0-99A2-CE73918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-1 뒤 errno의 값으로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실패와 무한을 나눈다.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AA8340-9D3D-49A6-85F3-82162A4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재사용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131663-F5B8-4CAD-A660-AB2ABC3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probe 함수로 여러 값을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같은 계약으로 읽는다.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C50AFD-5FEE-4CF9-9B09-124213A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완성 예제: sysprobe.c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074208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CD4AF-55A7-44B6-A1AC-C880E67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페이지 크기와 CLK_TCK가 쓰이는 곳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9D149-8BAF-4F1A-92E7-90DCDD7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03C63-75C1-44B0-BB94-5372723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페이지 크기: 메모리를 다루는 최소 단위다. 11주 mmap에서 다시 만난다.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FE834-C15A-4A4C-8DBF-6933672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CLK_TCK: times(2)가 돌려준 틱을 초로 환산할 때 나눈다.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49C9F-0AD5-4DC6-8478-CE2A951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CPU 수: 작업 분배나 스레드 수를 정하는 근거가 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4C4C2-047A-42EF-85AD-F207614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값은 아키텍처·커널에 따라 다르다: x86_64는 4096과 100이 흔하다.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8BEC0-BAE8-4FC6-A9C2-F9AD53B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같은 프로그램으로 여러 환경의 값을 비교하는 것도 과제다.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4F584-374D-4DCB-8280-45A9D78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8357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922A82-831F-42EA-8BBE-30A811A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pathconf와 fpathconf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71BBE1-8A88-47F8-89ED-97B08E0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B02331-5905-40A7-8B9D-C26CEF0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파일시스템 경계값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803979-B049-48B0-93AF-B76499F1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같은 상수라도 대상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파일시스템에 따라 다르다.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0E0BDF-7FAA-4D3F-8A6B-0494A92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_PC_NAME_MAX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34490B-FF5D-4BC1-BA81-B0FF660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그 디렉토리에서 파일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이름의 최대 길이다.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0ED49F-3986-4929-82EC-1289F76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_PC_PATH_MAX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B42C21-E7BC-404E-B860-26AB1D6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경로 문자열의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최대 길이다.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0097D7-7CEF-4B45-BF76-4AD8E472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헤더: &lt;unistd.h&gt;. 반환값 계약은 sysconf와 같습니다.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2110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D0BCE7-5C8A-43F0-81A5-341A2C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803C9F-8F25-41EE-B06B-47753BA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실습 2: 경계값 비교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B5F529-9BF5-4D4D-B1C0-B155EA5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./sysprobe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같은 값을 셸에서 확인 (Linux)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getconf PAGE_SIZE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getconf CLK_TCK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getconf NPROCESSORS_ONLN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getconf OPEN_MAX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FD 한계는 3부에서 다룬다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ulimit -Sn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4B02F8-53D7-4FBE-8884-F4589E66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getconf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AEB4F-DA3E-401B-B573-EB65EC7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sysconf가 주는 값을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셸에서 확인한다.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5586A1-42A3-4211-821C-66A8FB2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ulimit -Sn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B004DC0-87A0-40B0-99A2-CE73918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FD의 soft 한계를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확인한다.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AA8340-9D3D-49A6-85F3-82162A4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두 번 확인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131663-F5B8-4CAD-A660-AB2ABC3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같은 값을 다른 문으로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맞춰 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C50AFD-5FEE-4CF9-9B09-124213A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값을 예측한 뒤 REPORT.md에 기록합니다.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07420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7A67B-DB7D-4C99-9ABB-84E54B1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1047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39B86D-E266-4E21-B04F-B986A25A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1097244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3부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자원 한계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8BA2E-D6FC-4248-AE6D-5A84831F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22526-5983-4043-A80B-7B4FD7AB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57444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999999"/>
                </a:solidFill>
                <a:latin typeface="Noto Sans CJK KR"/>
                <a:ea typeface="Noto Sans CJK KR"/>
                <a:cs typeface="Noto Sans CJK KR"/>
              </a:rPr>
              <a:t>getrlimit과 setrlimit로 프로세스의 상한을 다룹니다.</a:t>
            </a:r>
            <a:endParaRPr sz="2400" b="0" u="none" strike="noStrike">
              <a:solidFill>
                <a:srgbClr val="99999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190440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922A82-831F-42EA-8BBE-30A811A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getrlimit과 setrlimit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71BBE1-8A88-47F8-89ED-97B08E0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B02331-5905-40A7-8B9D-C26CEF0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struct rlimit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803979-B049-48B0-93AF-B76499F1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rlim_cur는 soft 한계,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rlim_max는 hard 한계다.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0E0BDF-7FAA-4D3F-8A6B-0494A92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getrlimit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34490B-FF5D-4BC1-BA81-B0FF660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현재 값을 구조체로 얻는다.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성공 0, 실패 -1이다.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0ED49F-3986-4929-82EC-1289F76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setrlimit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B42C21-E7BC-404E-B860-26AB1D6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조건을 만족하면 값을 바꾼다.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거부되면 -1과 EPERM이다.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0097D7-7CEF-4B45-BF76-4AD8E472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헤더: &lt;sys/resource.h&gt;. 성공 0, 실패 -1입니다.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2110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CD4AF-55A7-44B6-A1AC-C880E67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soft 한계와 hard 한계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9D149-8BAF-4F1A-92E7-90DCDD7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03C63-75C1-44B0-BB94-5372723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soft: 지금 강제되는 한계. 넘으면 호출이 실패하거나 시그널이 온다.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FE834-C15A-4A4C-8DBF-6933672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hard: soft가 올라갈 수 있는 상한이다.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49C9F-0AD5-4DC6-8478-CE2A951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일반 사용자는 soft를 hard까지 올릴 수 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4C4C2-047A-42EF-85AD-F207614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hard를 낮추면 일반 사용자는 되돌릴 수 없다.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8BEC0-BAE8-4FC6-A9C2-F9AD53B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RLIM_INFINITY는 무제한을 나타내는 특별한 값이다.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4F584-374D-4DCB-8280-45A9D78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83571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922A82-831F-42EA-8BBE-30A811A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주요 RLIMIT 종류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71BBE1-8A88-47F8-89ED-97B08E0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B02331-5905-40A7-8B9D-C26CEF0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RLIMIT_NOFILE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803979-B049-48B0-93AF-B76499F1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프로세스가 열 수 있는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FD 개수의 상한이다.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0E0BDF-7FAA-4D3F-8A6B-0494A92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RLIMIT_FSIZE / CPU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34490B-FF5D-4BC1-BA81-B0FF660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파일 크기와 CPU 시간의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상한이다. 초과하면 시그널.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0ED49F-3986-4929-82EC-1289F76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RLIMIT_AS / STACK / NPROC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B42C21-E7BC-404E-B860-26AB1D6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주소 공간, 스택, 사용자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프로세스 수의 상한이다.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0097D7-7CEF-4B45-BF76-4AD8E472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2110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D0BCE7-5C8A-43F0-81A5-341A2C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803C9F-8F25-41EE-B06B-47753BA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limit_show: getrlimit 출력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B5F529-9BF5-4D4D-B1C0-B155EA5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struct rlimit rl;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(getrlimit(RLIMIT_NOFILE, &amp;rl)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perror("getrlimit");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printf("%-7s", "nofile");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(rl.rlim_cur == RLIM_INFINITY)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printf(" soft=unlimited");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else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printf(" soft=%ju", (uintmax_t)rl.rlim_cur);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/* hard도 같은 방식으로 출력한다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4B02F8-53D7-4FBE-8884-F4589E66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무제한 표시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AEB4F-DA3E-401B-B573-EB65EC7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RLIM_INFINITY는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unlimited로 표시한다.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5586A1-42A3-4211-821C-66A8FB2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자료형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B004DC0-87A0-40B0-99A2-CE73918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rlim_t를 uintmax_t로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변환해 %ju로 출력한다.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AA8340-9D3D-49A6-85F3-82162A4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비교 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131663-F5B8-4CAD-A660-AB2ABC3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여러 자원의 soft·hard를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한 번에 살펴본다.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C50AFD-5FEE-4CF9-9B09-124213A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완성 예제: limit_show.c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074208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CD4AF-55A7-44B6-A1AC-C880E67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한계에 도달하면 무슨 일이 생기나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9D149-8BAF-4F1A-92E7-90DCDD7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03C63-75C1-44B0-BB94-5372723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FD 개수 초과: open이 -1을 돌려주고 errno는 EMFILE이다.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FE834-C15A-4A4C-8DBF-6933672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파일 크기 초과: write가 EFBIG이고 SIGXFSZ가 갈 수 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49C9F-0AD5-4DC6-8478-CE2A951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CPU 시간 초과: SIGXCPU가 먼저 오고 계속 쓰면 SIGKILL이다.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4C4C2-047A-42EF-85AD-F207614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주소 공간 초과: mmap이나 메모리 할당이 ENOMEM으로 실패한다.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8BEC0-BAE8-4FC6-A9C2-F9AD53B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오류 반환과 시그널, 두 형태의 결과가 함께 존재한다.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4F584-374D-4DCB-8280-45A9D78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83571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D0BCE7-5C8A-43F0-81A5-341A2C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803C9F-8F25-41EE-B06B-47753BA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nofile_demo: FD 한계 실험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B5F529-9BF5-4D4D-B1C0-B155EA5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int fd = open("/dev/null", O_RDONLY);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(fd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if (errno == EMFILE)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break;            /* 한계 도달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perror("open");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fds[opened++] = fd;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/* 실험 뒤 정리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while (opened &gt; 0)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close(fds[--opened]);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4B02F8-53D7-4FBE-8884-F4589E66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실험 설계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AEB4F-DA3E-401B-B573-EB65EC7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빈 장치 파일을 열 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있을 때까지 반복한다.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5586A1-42A3-4211-821C-66A8FB2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EMFILE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B004DC0-87A0-40B0-99A2-CE73918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FD 상한에 도달하면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오류로 끝난다.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AA8340-9D3D-49A6-85F3-82162A4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자원 반환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131663-F5B8-4CAD-A660-AB2ABC3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실험 뒤 열린 FD를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모두 닫는다.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C50AFD-5FEE-4CF9-9B09-124213A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완성 예제: nofile_demo.c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074208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D0BCE7-5C8A-43F0-81A5-341A2C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803C9F-8F25-41EE-B06B-47753BA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setrlimit로 soft 한계 바꾸기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B5F529-9BF5-4D4D-B1C0-B155EA5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struct rlimit rl;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(getrlimit(RLIMIT_NOFILE, &amp;rl)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perror("getrlimit");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/* hard를 넘는 요청은 hard로 제한한다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rlim_t target = want &gt; rl.rlim_max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      ? rl.rlim_max : want;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struct rlimit next = { target, rl.rlim_max };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(setrlimit(RLIMIT_NOFILE, &amp;next)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perror("setrlimit");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4B02F8-53D7-4FBE-8884-F4589E66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상향 범위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AEB4F-DA3E-401B-B573-EB65EC7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일반 사용자는 hard를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넘어 올릴 수 없다.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5586A1-42A3-4211-821C-66A8FB2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적용 범위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B004DC0-87A0-40B0-99A2-CE73918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프로세스와 이후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자식들에만 적용된다.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AA8340-9D3D-49A6-85F3-82162A4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변경 확인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131663-F5B8-4CAD-A660-AB2ABC3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getrlimit으로 실제 값을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다시 읽어 출력한다.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C50AFD-5FEE-4CF9-9B09-124213A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완성 예제: nofile_demo --raise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074208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D0BCE7-5C8A-43F0-81A5-341A2C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803C9F-8F25-41EE-B06B-47753BA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실습 3: FD 한계 관찰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B5F529-9BF5-4D4D-B1C0-B155EA5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./limit_show | head -1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./nofile_demo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./nofile_demo --raise 64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./nofile_demo --raise 4096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셸에서 soft만 바꿔 비교 (hard 이하)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bash -c 'ulimit -Sn 64 &amp;&amp; ./nofile_demo'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bash -c 'ulimit -Sn 4096; ./nofile_demo'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4B02F8-53D7-4FBE-8884-F4589E66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측정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AEB4F-DA3E-401B-B573-EB65EC7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opened가 soft 값 근처에서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멈추는지 확인한다.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5586A1-42A3-4211-821C-66A8FB2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변경 실험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B004DC0-87A0-40B0-99A2-CE73918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--raise 64와 4096으로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soft를 바꿔 비교한다.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AA8340-9D3D-49A6-85F3-82162A4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셸 비교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131663-F5B8-4CAD-A660-AB2ABC3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ulimit -Sn도 같은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결과를 내는지 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C50AFD-5FEE-4CF9-9B09-124213A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값을 예측한 뒤 REPORT.md에 기록합니다.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07420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7A67B-DB7D-4C99-9ABB-84E54B1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1047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39B86D-E266-4E21-B04F-B986A25A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1097244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4부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/proc 관찰 창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8BA2E-D6FC-4248-AE6D-5A84831F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22526-5983-4043-A80B-7B4FD7AB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57444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999999"/>
                </a:solidFill>
                <a:latin typeface="Noto Sans CJK KR"/>
                <a:ea typeface="Noto Sans CJK KR"/>
                <a:cs typeface="Noto Sans CJK KR"/>
              </a:rPr>
              <a:t>표준 API 바깥에서 Linux의 상태를 관찰합니다.</a:t>
            </a:r>
            <a:endParaRPr sz="2400" b="0" u="none" strike="noStrike">
              <a:solidFill>
                <a:srgbClr val="99999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190440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CD4AF-55A7-44B6-A1AC-C880E67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/proc 파일시스템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9D149-8BAF-4F1A-92E7-90DCDD7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03C63-75C1-44B0-BB94-5372723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커널과 프로세스 상태를 파일처럼 읽는 가상 파일시스템이다.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FE834-C15A-4A4C-8DBF-6933672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표준이 아니다: Linux 고유의 관찰 창이다.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49C9F-0AD5-4DC6-8478-CE2A951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프로그램의 판단 근거보다 진단과 스크립트에 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4C4C2-047A-42EF-85AD-F207614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읽을 때마다 커널이 그 순간의 상태를 만들어 준다.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8BEC0-BAE8-4FC6-A9C2-F9AD53B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지난 주의 opendir·fgets 조합으로 그대로 읽을 수 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4F584-374D-4DCB-8280-45A9D78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83571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922A82-831F-42EA-8BBE-30A811A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/proc의 주요 경로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71BBE1-8A88-47F8-89ED-97B08E0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B02331-5905-40A7-8B9D-C26CEF0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cpuinfo / meminfo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803979-B049-48B0-93AF-B76499F1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CPU와 메모리의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전체 요약 정보다.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0E0BDF-7FAA-4D3F-8A6B-0494A92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loadavg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34490B-FF5D-4BC1-BA81-B0FF660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1, 5, 15분 부하 평균과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작업 수를 한 줄로 준다.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0ED49F-3986-4929-82EC-1289F76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/proc/self/...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B42C21-E7BC-404E-B860-26AB1D6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프로세스의 상태,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한계, 열린 FD를 가리킨다.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0097D7-7CEF-4B45-BF76-4AD8E472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자세한 목록은 proc(5)에 있습니다.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2110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D0BCE7-5C8A-43F0-81A5-341A2C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803C9F-8F25-41EE-B06B-47753BA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proc_probe: /proc/self 관찰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B5F529-9BF5-4D4D-B1C0-B155EA5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FILE *f = fopen("/proc/self/status", "r");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(f == NULL)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fprintf(stderr, "/proc/self/status: %s\n",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    strerror(errno));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char line[256];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while (fgets(line, sizeof line, f) != NULL)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if (strncmp(line, "VmRSS:", 6) == 0 ||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strncmp(line, "Threads:", 8) == 0)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fputs(line, stdout);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fclose(f);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4B02F8-53D7-4FBE-8884-F4589E66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읽기 방법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AEB4F-DA3E-401B-B573-EB65EC7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3주차의 stdio 함수로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일반 파일처럼 읽는다.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5586A1-42A3-4211-821C-66A8FB2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필터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B004DC0-87A0-40B0-99A2-CE73918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필요한 줄만 골라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화면에 남긴다.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AA8340-9D3D-49A6-85F3-82162A4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fd 세기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131663-F5B8-4CAD-A660-AB2ABC3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/proc/self/fd를 opendir로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읽어 개수를 센다.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C50AFD-5FEE-4CF9-9B09-124213A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완성 예제: proc_probe.c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0742088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922A82-831F-42EA-8BBE-30A811A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표준 API와 /proc의 역할 분담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71BBE1-8A88-47F8-89ED-97B08E0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B02331-5905-40A7-8B9D-C26CEF0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표준 API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803979-B049-48B0-93AF-B76499F1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uname·sysconf·getrlimit는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이식성 있는 근거다.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0E0BDF-7FAA-4D3F-8A6B-0494A92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/proc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34490B-FF5D-4BC1-BA81-B0FF660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Linux의 진단·관찰 창이다.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더 많은 정보를 담는다.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0ED49F-3986-4929-82EC-1289F76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선택 기준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B42C21-E7BC-404E-B860-26AB1D6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판단은 표준 API,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진단 스크립트는 /proc로.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0097D7-7CEF-4B45-BF76-4AD8E472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같은 값을 두 창에서 확인하는 것이 오늘의 관점입니다.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2110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D0BCE7-5C8A-43F0-81A5-341A2C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803C9F-8F25-41EE-B06B-47753BA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실습 4: /proc 관찰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B5F529-9BF5-4D4D-B1C0-B155EA5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./proc_probe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같은 정보를 명령으로 확인 (Linux)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grep -E 'VmRSS|Threads' /proc/self/status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cat /proc/loadavg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ls /proc/self/fd | wc -l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grep 'open files' /proc/self/limits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전체 요약은 선택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head -3 /proc/meminfo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4B02F8-53D7-4FBE-8884-F4589E66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일치 확인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AEB4F-DA3E-401B-B573-EB65EC7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proc_probe 결과와 명령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출력을 줄 단위로 맞춘다.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5586A1-42A3-4211-821C-66A8FB2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fd 개수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B004DC0-87A0-40B0-99A2-CE73918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명령마다 개수가 조금씩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다른 이유를 설명한다.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AA8340-9D3D-49A6-85F3-82162A4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limits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131663-F5B8-4CAD-A660-AB2ABC3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soft·hard가 getrlimit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결과와 같은지 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C50AFD-5FEE-4CF9-9B09-124213A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값을 예측한 뒤 REPORT.md에 기록합니다.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0742088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CD4AF-55A7-44B6-A1AC-C880E67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확인 퀴즈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9D149-8BAF-4F1A-92E7-90DCDD7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03C63-75C1-44B0-BB94-5372723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sysconf가 -1을 돌려줄 때 두 경우는 무엇이고 어떻게 구분하는가?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FE834-C15A-4A4C-8DBF-6933672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일반 사용자가 soft 한계와 hard 한계에서 바꿀 수 있는 범위는?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49C9F-0AD5-4DC6-8478-CE2A951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RLIMIT_NOFILE에 도달한 open의 errno 값은?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4C4C2-047A-42EF-85AD-F207614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sysconf(_SC_OPEN_MAX)가 알려주는 값은 무엇과 같은가?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8BEC0-BAE8-4FC6-A9C2-F9AD53B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프로그램의 판단 근거로 /proc 대신 표준 API를 쓰는 이유는?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4F584-374D-4DCB-8280-45A9D78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83571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CD4AF-55A7-44B6-A1AC-C880E67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실습 정리와 제출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9D149-8BAF-4F1A-92E7-90DCDD7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03C63-75C1-44B0-BB94-5372723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sysprobe 결과를 uname·getconf 출력과 항목별로 비교한다.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FE834-C15A-4A4C-8DBF-6933672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limit_show의 soft·hard를 ulimit·/proc/self/limits와 비교한다.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49C9F-0AD5-4DC6-8478-CE2A951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nofile_demo로 EMFILE까지의 개수와 한계 변경 전후를 기록한다.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4C4C2-047A-42EF-85AD-F207614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proc_probe 결과를 셸 명령 출력과 줄 단위로 대조한다.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8BEC0-BAE8-4FC6-A9C2-F9AD53B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C 소스, REPORT.md, 실행 로그를 제출한다.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4F584-374D-4DCB-8280-45A9D78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선택 확장: sysprobe에 pathconf 항목 추가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83571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CD4AF-55A7-44B6-A1AC-C880E67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참고 자료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9D149-8BAF-4F1A-92E7-90DCDD7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03C63-75C1-44B0-BB94-5372723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Linux man-pages: uname(2), sysinfo(2), getpagesize(2)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FE834-C15A-4A4C-8DBF-6933672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Linux man-pages: sysconf(3), pathconf(3), times(2)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49C9F-0AD5-4DC6-8478-CE2A951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Linux man-pages: getrlimit(2), open(2), signal(7)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4C4C2-047A-42EF-85AD-F207614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Linux man-pages: proc(5)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8BEC0-BAE8-4FC6-A9C2-F9AD53B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수업은 Ubuntu 일반 사용자 환경을 기준으로 합니다.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4F584-374D-4DCB-8280-45A9D78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835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ChatG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2026-09-27T06:27:59.6930000Z</dcterms:created>
  <dcterms:modified xsi:type="dcterms:W3CDTF">2026-09-27T06:27:59.6930000Z</dcterms:modified>
</coreProperties>
</file>