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96091d18da492e" /><Relationship Type="http://schemas.openxmlformats.org/officeDocument/2006/relationships/extended-properties" Target="/docProps/app.xml" Id="R63a2f33bb4894696" /><Relationship Type="http://schemas.openxmlformats.org/officeDocument/2006/relationships/officeDocument" Target="/ppt/presentation.xml" Id="R549ec8f8327847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93ebbf9441457d"/>
  </p:sldMasterIdLst>
  <p:notesMasterIdLst>
    <p:notesMasterId xmlns:r="http://schemas.openxmlformats.org/officeDocument/2006/relationships" r:id="Rad110eca06d742bb"/>
  </p:notesMasterIdLst>
  <p:sldIdLst>
    <p:sldId xmlns:r="http://schemas.openxmlformats.org/officeDocument/2006/relationships" id="256" r:id="R09b4dd41bb7a41fd"/>
    <p:sldId xmlns:r="http://schemas.openxmlformats.org/officeDocument/2006/relationships" id="257" r:id="R00fc54efd24d4d32"/>
    <p:sldId xmlns:r="http://schemas.openxmlformats.org/officeDocument/2006/relationships" id="258" r:id="Rb1d6d72b4d034cb7"/>
    <p:sldId xmlns:r="http://schemas.openxmlformats.org/officeDocument/2006/relationships" id="259" r:id="R4c6ee28e5ec24308"/>
    <p:sldId xmlns:r="http://schemas.openxmlformats.org/officeDocument/2006/relationships" id="260" r:id="Rfb9368cbaec54d1a"/>
    <p:sldId xmlns:r="http://schemas.openxmlformats.org/officeDocument/2006/relationships" id="261" r:id="R0db4eb06aaa9462a"/>
    <p:sldId xmlns:r="http://schemas.openxmlformats.org/officeDocument/2006/relationships" id="262" r:id="R203c1d2c367b4b5b"/>
    <p:sldId xmlns:r="http://schemas.openxmlformats.org/officeDocument/2006/relationships" id="263" r:id="R7484540d5b874c67"/>
    <p:sldId xmlns:r="http://schemas.openxmlformats.org/officeDocument/2006/relationships" id="264" r:id="Raa62648b99ad4fc3"/>
    <p:sldId xmlns:r="http://schemas.openxmlformats.org/officeDocument/2006/relationships" id="265" r:id="Rbd1c4042b4c2457a"/>
    <p:sldId xmlns:r="http://schemas.openxmlformats.org/officeDocument/2006/relationships" id="266" r:id="R51635e6f42b248a7"/>
    <p:sldId xmlns:r="http://schemas.openxmlformats.org/officeDocument/2006/relationships" id="267" r:id="Rcbdd75d8aa4d487f"/>
    <p:sldId xmlns:r="http://schemas.openxmlformats.org/officeDocument/2006/relationships" id="268" r:id="R56630910662c461e"/>
    <p:sldId xmlns:r="http://schemas.openxmlformats.org/officeDocument/2006/relationships" id="269" r:id="R5fbb06bfae2a492c"/>
    <p:sldId xmlns:r="http://schemas.openxmlformats.org/officeDocument/2006/relationships" id="270" r:id="Ra5cf85a552324812"/>
    <p:sldId xmlns:r="http://schemas.openxmlformats.org/officeDocument/2006/relationships" id="271" r:id="R5dff3244134343ee"/>
    <p:sldId xmlns:r="http://schemas.openxmlformats.org/officeDocument/2006/relationships" id="272" r:id="R991e62085c1142ce"/>
    <p:sldId xmlns:r="http://schemas.openxmlformats.org/officeDocument/2006/relationships" id="273" r:id="Ree7fc1d2a97d4655"/>
    <p:sldId xmlns:r="http://schemas.openxmlformats.org/officeDocument/2006/relationships" id="274" r:id="R4ee5e2d2f3ab4161"/>
    <p:sldId xmlns:r="http://schemas.openxmlformats.org/officeDocument/2006/relationships" id="275" r:id="Re3994eb7b05e44dd"/>
    <p:sldId xmlns:r="http://schemas.openxmlformats.org/officeDocument/2006/relationships" id="276" r:id="R48cd24c2178249c9"/>
    <p:sldId xmlns:r="http://schemas.openxmlformats.org/officeDocument/2006/relationships" id="277" r:id="Re0b5e0f1cd304f65"/>
    <p:sldId xmlns:r="http://schemas.openxmlformats.org/officeDocument/2006/relationships" id="278" r:id="R44048fcdf4e34d06"/>
    <p:sldId xmlns:r="http://schemas.openxmlformats.org/officeDocument/2006/relationships" id="279" r:id="R8dd2e3e79e334c0b"/>
    <p:sldId xmlns:r="http://schemas.openxmlformats.org/officeDocument/2006/relationships" id="280" r:id="R521a0d9c0fe24b2d"/>
    <p:sldId xmlns:r="http://schemas.openxmlformats.org/officeDocument/2006/relationships" id="281" r:id="Rfb6940ec125a4fcb"/>
    <p:sldId xmlns:r="http://schemas.openxmlformats.org/officeDocument/2006/relationships" id="282" r:id="R5ff1aacfd8304282"/>
    <p:sldId xmlns:r="http://schemas.openxmlformats.org/officeDocument/2006/relationships" id="283" r:id="R2853de2fb0404b93"/>
    <p:sldId xmlns:r="http://schemas.openxmlformats.org/officeDocument/2006/relationships" id="284" r:id="Rb4a2c141827a4ac4"/>
    <p:sldId xmlns:r="http://schemas.openxmlformats.org/officeDocument/2006/relationships" id="285" r:id="R1f48df9a95534b2f"/>
    <p:sldId xmlns:r="http://schemas.openxmlformats.org/officeDocument/2006/relationships" id="286" r:id="R37d17dcb67e44c64"/>
    <p:sldId xmlns:r="http://schemas.openxmlformats.org/officeDocument/2006/relationships" id="287" r:id="R3926a1242c664956"/>
    <p:sldId xmlns:r="http://schemas.openxmlformats.org/officeDocument/2006/relationships" id="288" r:id="Rb431f4746d0b4a59"/>
    <p:sldId xmlns:r="http://schemas.openxmlformats.org/officeDocument/2006/relationships" id="289" r:id="R4137af780c1a4a2d"/>
    <p:sldId xmlns:r="http://schemas.openxmlformats.org/officeDocument/2006/relationships" id="290" r:id="R2cd49896c11a48b0"/>
    <p:sldId xmlns:r="http://schemas.openxmlformats.org/officeDocument/2006/relationships" id="291" r:id="Rdb2b0e6df7c44299"/>
    <p:sldId xmlns:r="http://schemas.openxmlformats.org/officeDocument/2006/relationships" id="292" r:id="Rb3887acd24804894"/>
    <p:sldId xmlns:r="http://schemas.openxmlformats.org/officeDocument/2006/relationships" id="293" r:id="R033f5fd7f8964206"/>
    <p:sldId xmlns:r="http://schemas.openxmlformats.org/officeDocument/2006/relationships" id="294" r:id="Rbc15d30c46fc4736"/>
    <p:sldId xmlns:r="http://schemas.openxmlformats.org/officeDocument/2006/relationships" id="295" r:id="R4ff48afad1bb448d"/>
    <p:sldId xmlns:r="http://schemas.openxmlformats.org/officeDocument/2006/relationships" id="296" r:id="R0db2366e68af4e49"/>
    <p:sldId xmlns:r="http://schemas.openxmlformats.org/officeDocument/2006/relationships" id="297" r:id="R7566881bc2354115"/>
    <p:sldId xmlns:r="http://schemas.openxmlformats.org/officeDocument/2006/relationships" id="298" r:id="R26355bc91e3f4d25"/>
    <p:sldId xmlns:r="http://schemas.openxmlformats.org/officeDocument/2006/relationships" id="299" r:id="Rdc6d6b140a7f47d0"/>
    <p:sldId xmlns:r="http://schemas.openxmlformats.org/officeDocument/2006/relationships" id="300" r:id="R37322a9c6e4947a1"/>
    <p:sldId xmlns:r="http://schemas.openxmlformats.org/officeDocument/2006/relationships" id="301" r:id="Rba1ad12dd1b44227"/>
    <p:sldId xmlns:r="http://schemas.openxmlformats.org/officeDocument/2006/relationships" id="302" r:id="Rb062bb0b90f842ec"/>
    <p:sldId xmlns:r="http://schemas.openxmlformats.org/officeDocument/2006/relationships" id="303" r:id="Ra28415ee62dc4933"/>
    <p:sldId xmlns:r="http://schemas.openxmlformats.org/officeDocument/2006/relationships" id="304" r:id="R99a65693e6654170"/>
    <p:sldId xmlns:r="http://schemas.openxmlformats.org/officeDocument/2006/relationships" id="305" r:id="R11a6973631cb478e"/>
    <p:sldId xmlns:r="http://schemas.openxmlformats.org/officeDocument/2006/relationships" id="306" r:id="Rb2b95b2eba564006"/>
    <p:sldId xmlns:r="http://schemas.openxmlformats.org/officeDocument/2006/relationships" id="307" r:id="Rb02b37d3c5564f1f"/>
    <p:sldId xmlns:r="http://schemas.openxmlformats.org/officeDocument/2006/relationships" id="308" r:id="R7a6d8e987e174cb1"/>
    <p:sldId xmlns:r="http://schemas.openxmlformats.org/officeDocument/2006/relationships" id="309" r:id="R9810a20d3f224894"/>
    <p:sldId xmlns:r="http://schemas.openxmlformats.org/officeDocument/2006/relationships" id="310" r:id="R5891f768bef546ee"/>
    <p:sldId xmlns:r="http://schemas.openxmlformats.org/officeDocument/2006/relationships" id="311" r:id="R99923714ac7c4c16"/>
    <p:sldId xmlns:r="http://schemas.openxmlformats.org/officeDocument/2006/relationships" id="312" r:id="Rd60dc005f6454781"/>
    <p:sldId xmlns:r="http://schemas.openxmlformats.org/officeDocument/2006/relationships" id="313" r:id="Re25ca662eb4b4305"/>
    <p:sldId xmlns:r="http://schemas.openxmlformats.org/officeDocument/2006/relationships" id="314" r:id="R24edfaf53f234d75"/>
    <p:sldId xmlns:r="http://schemas.openxmlformats.org/officeDocument/2006/relationships" id="315" r:id="Rb099badb47a7486b"/>
    <p:sldId xmlns:r="http://schemas.openxmlformats.org/officeDocument/2006/relationships" id="316" r:id="Rf02cf0de3e644646"/>
    <p:sldId xmlns:r="http://schemas.openxmlformats.org/officeDocument/2006/relationships" id="317" r:id="Rc1627407d1d54334"/>
    <p:sldId xmlns:r="http://schemas.openxmlformats.org/officeDocument/2006/relationships" id="318" r:id="Ra3fd4f2c4bad4599"/>
    <p:sldId xmlns:r="http://schemas.openxmlformats.org/officeDocument/2006/relationships" id="319" r:id="R56ba8aad2b58465b"/>
    <p:sldId xmlns:r="http://schemas.openxmlformats.org/officeDocument/2006/relationships" id="320" r:id="Rd851735d97a84309"/>
    <p:sldId xmlns:r="http://schemas.openxmlformats.org/officeDocument/2006/relationships" id="321" r:id="R11b2955e5d934af4"/>
    <p:sldId xmlns:r="http://schemas.openxmlformats.org/officeDocument/2006/relationships" id="322" r:id="R505a8e4c188f4451"/>
    <p:sldId xmlns:r="http://schemas.openxmlformats.org/officeDocument/2006/relationships" id="323" r:id="Reb7a30c187ad47b6"/>
    <p:sldId xmlns:r="http://schemas.openxmlformats.org/officeDocument/2006/relationships" id="324" r:id="R516f3ba780114cae"/>
    <p:sldId xmlns:r="http://schemas.openxmlformats.org/officeDocument/2006/relationships" id="325" r:id="R9f06dee6339e4c20"/>
    <p:sldId xmlns:r="http://schemas.openxmlformats.org/officeDocument/2006/relationships" id="326" r:id="Rda9faad2cd3841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6bde7c60654ea5" /><Relationship Type="http://schemas.openxmlformats.org/officeDocument/2006/relationships/slideMaster" Target="/ppt/slideMasters/slideMaster1.xml" Id="R6293ebbf9441457d" /><Relationship Type="http://schemas.openxmlformats.org/officeDocument/2006/relationships/notesMaster" Target="/ppt/notesMasters/notesMaster1.xml" Id="Rad110eca06d742bb" /><Relationship Type="http://schemas.openxmlformats.org/officeDocument/2006/relationships/presProps" Target="/ppt/presProps.xml" Id="Rc6aeecf86c0e48d0" /><Relationship Type="http://schemas.openxmlformats.org/officeDocument/2006/relationships/tableStyles" Target="/ppt/tableStyles.xml" Id="Re749f0873fe24266" /><Relationship Type="http://schemas.openxmlformats.org/officeDocument/2006/relationships/slide" Target="/ppt/slides/slide1.xml" Id="R09b4dd41bb7a41fd" /><Relationship Type="http://schemas.openxmlformats.org/officeDocument/2006/relationships/slide" Target="/ppt/slides/slide2.xml" Id="R00fc54efd24d4d32" /><Relationship Type="http://schemas.openxmlformats.org/officeDocument/2006/relationships/slide" Target="/ppt/slides/slide3.xml" Id="Rb1d6d72b4d034cb7" /><Relationship Type="http://schemas.openxmlformats.org/officeDocument/2006/relationships/slide" Target="/ppt/slides/slide4.xml" Id="R4c6ee28e5ec24308" /><Relationship Type="http://schemas.openxmlformats.org/officeDocument/2006/relationships/slide" Target="/ppt/slides/slide5.xml" Id="Rfb9368cbaec54d1a" /><Relationship Type="http://schemas.openxmlformats.org/officeDocument/2006/relationships/slide" Target="/ppt/slides/slide6.xml" Id="R0db4eb06aaa9462a" /><Relationship Type="http://schemas.openxmlformats.org/officeDocument/2006/relationships/slide" Target="/ppt/slides/slide7.xml" Id="R203c1d2c367b4b5b" /><Relationship Type="http://schemas.openxmlformats.org/officeDocument/2006/relationships/slide" Target="/ppt/slides/slide8.xml" Id="R7484540d5b874c67" /><Relationship Type="http://schemas.openxmlformats.org/officeDocument/2006/relationships/slide" Target="/ppt/slides/slide9.xml" Id="Raa62648b99ad4fc3" /><Relationship Type="http://schemas.openxmlformats.org/officeDocument/2006/relationships/slide" Target="/ppt/slides/slide10.xml" Id="Rbd1c4042b4c2457a" /><Relationship Type="http://schemas.openxmlformats.org/officeDocument/2006/relationships/slide" Target="/ppt/slides/slide11.xml" Id="R51635e6f42b248a7" /><Relationship Type="http://schemas.openxmlformats.org/officeDocument/2006/relationships/slide" Target="/ppt/slides/slide12.xml" Id="Rcbdd75d8aa4d487f" /><Relationship Type="http://schemas.openxmlformats.org/officeDocument/2006/relationships/slide" Target="/ppt/slides/slide13.xml" Id="R56630910662c461e" /><Relationship Type="http://schemas.openxmlformats.org/officeDocument/2006/relationships/slide" Target="/ppt/slides/slide14.xml" Id="R5fbb06bfae2a492c" /><Relationship Type="http://schemas.openxmlformats.org/officeDocument/2006/relationships/slide" Target="/ppt/slides/slide15.xml" Id="Ra5cf85a552324812" /><Relationship Type="http://schemas.openxmlformats.org/officeDocument/2006/relationships/slide" Target="/ppt/slides/slide16.xml" Id="R5dff3244134343ee" /><Relationship Type="http://schemas.openxmlformats.org/officeDocument/2006/relationships/slide" Target="/ppt/slides/slide17.xml" Id="R991e62085c1142ce" /><Relationship Type="http://schemas.openxmlformats.org/officeDocument/2006/relationships/slide" Target="/ppt/slides/slide18.xml" Id="Ree7fc1d2a97d4655" /><Relationship Type="http://schemas.openxmlformats.org/officeDocument/2006/relationships/slide" Target="/ppt/slides/slide19.xml" Id="R4ee5e2d2f3ab4161" /><Relationship Type="http://schemas.openxmlformats.org/officeDocument/2006/relationships/slide" Target="/ppt/slides/slide20.xml" Id="Re3994eb7b05e44dd" /><Relationship Type="http://schemas.openxmlformats.org/officeDocument/2006/relationships/slide" Target="/ppt/slides/slide21.xml" Id="R48cd24c2178249c9" /><Relationship Type="http://schemas.openxmlformats.org/officeDocument/2006/relationships/slide" Target="/ppt/slides/slide22.xml" Id="Re0b5e0f1cd304f65" /><Relationship Type="http://schemas.openxmlformats.org/officeDocument/2006/relationships/slide" Target="/ppt/slides/slide23.xml" Id="R44048fcdf4e34d06" /><Relationship Type="http://schemas.openxmlformats.org/officeDocument/2006/relationships/slide" Target="/ppt/slides/slide24.xml" Id="R8dd2e3e79e334c0b" /><Relationship Type="http://schemas.openxmlformats.org/officeDocument/2006/relationships/slide" Target="/ppt/slides/slide25.xml" Id="R521a0d9c0fe24b2d" /><Relationship Type="http://schemas.openxmlformats.org/officeDocument/2006/relationships/slide" Target="/ppt/slides/slide26.xml" Id="Rfb6940ec125a4fcb" /><Relationship Type="http://schemas.openxmlformats.org/officeDocument/2006/relationships/slide" Target="/ppt/slides/slide27.xml" Id="R5ff1aacfd8304282" /><Relationship Type="http://schemas.openxmlformats.org/officeDocument/2006/relationships/slide" Target="/ppt/slides/slide28.xml" Id="R2853de2fb0404b93" /><Relationship Type="http://schemas.openxmlformats.org/officeDocument/2006/relationships/slide" Target="/ppt/slides/slide29.xml" Id="Rb4a2c141827a4ac4" /><Relationship Type="http://schemas.openxmlformats.org/officeDocument/2006/relationships/slide" Target="/ppt/slides/slide30.xml" Id="R1f48df9a95534b2f" /><Relationship Type="http://schemas.openxmlformats.org/officeDocument/2006/relationships/slide" Target="/ppt/slides/slide31.xml" Id="R37d17dcb67e44c64" /><Relationship Type="http://schemas.openxmlformats.org/officeDocument/2006/relationships/slide" Target="/ppt/slides/slide32.xml" Id="R3926a1242c664956" /><Relationship Type="http://schemas.openxmlformats.org/officeDocument/2006/relationships/slide" Target="/ppt/slides/slide33.xml" Id="Rb431f4746d0b4a59" /><Relationship Type="http://schemas.openxmlformats.org/officeDocument/2006/relationships/slide" Target="/ppt/slides/slide34.xml" Id="R4137af780c1a4a2d" /><Relationship Type="http://schemas.openxmlformats.org/officeDocument/2006/relationships/slide" Target="/ppt/slides/slide35.xml" Id="R2cd49896c11a48b0" /><Relationship Type="http://schemas.openxmlformats.org/officeDocument/2006/relationships/slide" Target="/ppt/slides/slide36.xml" Id="Rdb2b0e6df7c44299" /><Relationship Type="http://schemas.openxmlformats.org/officeDocument/2006/relationships/slide" Target="/ppt/slides/slide37.xml" Id="Rb3887acd24804894" /><Relationship Type="http://schemas.openxmlformats.org/officeDocument/2006/relationships/slide" Target="/ppt/slides/slide38.xml" Id="R033f5fd7f8964206" /><Relationship Type="http://schemas.openxmlformats.org/officeDocument/2006/relationships/slide" Target="/ppt/slides/slide39.xml" Id="Rbc15d30c46fc4736" /><Relationship Type="http://schemas.openxmlformats.org/officeDocument/2006/relationships/slide" Target="/ppt/slides/slide40.xml" Id="R4ff48afad1bb448d" /><Relationship Type="http://schemas.openxmlformats.org/officeDocument/2006/relationships/slide" Target="/ppt/slides/slide41.xml" Id="R0db2366e68af4e49" /><Relationship Type="http://schemas.openxmlformats.org/officeDocument/2006/relationships/slide" Target="/ppt/slides/slide42.xml" Id="R7566881bc2354115" /><Relationship Type="http://schemas.openxmlformats.org/officeDocument/2006/relationships/slide" Target="/ppt/slides/slide43.xml" Id="R26355bc91e3f4d25" /><Relationship Type="http://schemas.openxmlformats.org/officeDocument/2006/relationships/slide" Target="/ppt/slides/slide44.xml" Id="Rdc6d6b140a7f47d0" /><Relationship Type="http://schemas.openxmlformats.org/officeDocument/2006/relationships/slide" Target="/ppt/slides/slide45.xml" Id="R37322a9c6e4947a1" /><Relationship Type="http://schemas.openxmlformats.org/officeDocument/2006/relationships/slide" Target="/ppt/slides/slide46.xml" Id="Rba1ad12dd1b44227" /><Relationship Type="http://schemas.openxmlformats.org/officeDocument/2006/relationships/slide" Target="/ppt/slides/slide47.xml" Id="Rb062bb0b90f842ec" /><Relationship Type="http://schemas.openxmlformats.org/officeDocument/2006/relationships/slide" Target="/ppt/slides/slide48.xml" Id="Ra28415ee62dc4933" /><Relationship Type="http://schemas.openxmlformats.org/officeDocument/2006/relationships/slide" Target="/ppt/slides/slide49.xml" Id="R99a65693e6654170" /><Relationship Type="http://schemas.openxmlformats.org/officeDocument/2006/relationships/slide" Target="/ppt/slides/slide50.xml" Id="R11a6973631cb478e" /><Relationship Type="http://schemas.openxmlformats.org/officeDocument/2006/relationships/slide" Target="/ppt/slides/slide51.xml" Id="Rb2b95b2eba564006" /><Relationship Type="http://schemas.openxmlformats.org/officeDocument/2006/relationships/slide" Target="/ppt/slides/slide52.xml" Id="Rb02b37d3c5564f1f" /><Relationship Type="http://schemas.openxmlformats.org/officeDocument/2006/relationships/slide" Target="/ppt/slides/slide53.xml" Id="R7a6d8e987e174cb1" /><Relationship Type="http://schemas.openxmlformats.org/officeDocument/2006/relationships/slide" Target="/ppt/slides/slide54.xml" Id="R9810a20d3f224894" /><Relationship Type="http://schemas.openxmlformats.org/officeDocument/2006/relationships/slide" Target="/ppt/slides/slide55.xml" Id="R5891f768bef546ee" /><Relationship Type="http://schemas.openxmlformats.org/officeDocument/2006/relationships/slide" Target="/ppt/slides/slide56.xml" Id="R99923714ac7c4c16" /><Relationship Type="http://schemas.openxmlformats.org/officeDocument/2006/relationships/slide" Target="/ppt/slides/slide57.xml" Id="Rd60dc005f6454781" /><Relationship Type="http://schemas.openxmlformats.org/officeDocument/2006/relationships/slide" Target="/ppt/slides/slide58.xml" Id="Re25ca662eb4b4305" /><Relationship Type="http://schemas.openxmlformats.org/officeDocument/2006/relationships/slide" Target="/ppt/slides/slide59.xml" Id="R24edfaf53f234d75" /><Relationship Type="http://schemas.openxmlformats.org/officeDocument/2006/relationships/slide" Target="/ppt/slides/slide60.xml" Id="Rb099badb47a7486b" /><Relationship Type="http://schemas.openxmlformats.org/officeDocument/2006/relationships/slide" Target="/ppt/slides/slide61.xml" Id="Rf02cf0de3e644646" /><Relationship Type="http://schemas.openxmlformats.org/officeDocument/2006/relationships/slide" Target="/ppt/slides/slide62.xml" Id="Rc1627407d1d54334" /><Relationship Type="http://schemas.openxmlformats.org/officeDocument/2006/relationships/slide" Target="/ppt/slides/slide63.xml" Id="Ra3fd4f2c4bad4599" /><Relationship Type="http://schemas.openxmlformats.org/officeDocument/2006/relationships/slide" Target="/ppt/slides/slide64.xml" Id="R56ba8aad2b58465b" /><Relationship Type="http://schemas.openxmlformats.org/officeDocument/2006/relationships/slide" Target="/ppt/slides/slide65.xml" Id="Rd851735d97a84309" /><Relationship Type="http://schemas.openxmlformats.org/officeDocument/2006/relationships/slide" Target="/ppt/slides/slide66.xml" Id="R11b2955e5d934af4" /><Relationship Type="http://schemas.openxmlformats.org/officeDocument/2006/relationships/slide" Target="/ppt/slides/slide67.xml" Id="R505a8e4c188f4451" /><Relationship Type="http://schemas.openxmlformats.org/officeDocument/2006/relationships/slide" Target="/ppt/slides/slide68.xml" Id="Reb7a30c187ad47b6" /><Relationship Type="http://schemas.openxmlformats.org/officeDocument/2006/relationships/slide" Target="/ppt/slides/slide69.xml" Id="R516f3ba780114cae" /><Relationship Type="http://schemas.openxmlformats.org/officeDocument/2006/relationships/slide" Target="/ppt/slides/slide70.xml" Id="R9f06dee6339e4c20" /><Relationship Type="http://schemas.openxmlformats.org/officeDocument/2006/relationships/slide" Target="/ppt/slides/slide71.xml" Id="Rda9faad2cd3841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688285e7a64f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ChatG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99223f88864cba" /><Relationship Type="http://schemas.openxmlformats.org/officeDocument/2006/relationships/notesMaster" Target="/ppt/notesMasters/notesMaster1.xml" Id="R5e3ccff0642c4b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e84327e2454bcd" /><Relationship Type="http://schemas.openxmlformats.org/officeDocument/2006/relationships/notesMaster" Target="/ppt/notesMasters/notesMaster1.xml" Id="R4c0d70c3354a49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0a85deb3774b4b" /><Relationship Type="http://schemas.openxmlformats.org/officeDocument/2006/relationships/notesMaster" Target="/ppt/notesMasters/notesMaster1.xml" Id="R22367a7396594d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bbca53ea9f4ef5" /><Relationship Type="http://schemas.openxmlformats.org/officeDocument/2006/relationships/notesMaster" Target="/ppt/notesMasters/notesMaster1.xml" Id="R1a56019a2db646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f08d932f84421f" /><Relationship Type="http://schemas.openxmlformats.org/officeDocument/2006/relationships/notesMaster" Target="/ppt/notesMasters/notesMaster1.xml" Id="R1e04dc5612e442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41ae7452d2441d" /><Relationship Type="http://schemas.openxmlformats.org/officeDocument/2006/relationships/notesMaster" Target="/ppt/notesMasters/notesMaster1.xml" Id="R98f8951a3ddd41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b43d8ca6854d5e" /><Relationship Type="http://schemas.openxmlformats.org/officeDocument/2006/relationships/notesMaster" Target="/ppt/notesMasters/notesMaster1.xml" Id="R5529a02626a043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0db67530ea42de" /><Relationship Type="http://schemas.openxmlformats.org/officeDocument/2006/relationships/notesMaster" Target="/ppt/notesMasters/notesMaster1.xml" Id="R69ca0492ca5140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b95c1ff14d462b" /><Relationship Type="http://schemas.openxmlformats.org/officeDocument/2006/relationships/notesMaster" Target="/ppt/notesMasters/notesMaster1.xml" Id="R3b59f685455f45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a22d01e65f4ea5" /><Relationship Type="http://schemas.openxmlformats.org/officeDocument/2006/relationships/notesMaster" Target="/ppt/notesMasters/notesMaster1.xml" Id="Rfa3bd36e588146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2f5249fba64636" /><Relationship Type="http://schemas.openxmlformats.org/officeDocument/2006/relationships/notesMaster" Target="/ppt/notesMasters/notesMaster1.xml" Id="Rdd415f4f051144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586a4c9af34a62" /><Relationship Type="http://schemas.openxmlformats.org/officeDocument/2006/relationships/notesMaster" Target="/ppt/notesMasters/notesMaster1.xml" Id="R9dcf2ed9f7df4b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0af50c3a4c4f23" /><Relationship Type="http://schemas.openxmlformats.org/officeDocument/2006/relationships/notesMaster" Target="/ppt/notesMasters/notesMaster1.xml" Id="R3836778ecbbd43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5dc62956884d56" /><Relationship Type="http://schemas.openxmlformats.org/officeDocument/2006/relationships/notesMaster" Target="/ppt/notesMasters/notesMaster1.xml" Id="Rf3c8d95897094c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78d0f74f354991" /><Relationship Type="http://schemas.openxmlformats.org/officeDocument/2006/relationships/notesMaster" Target="/ppt/notesMasters/notesMaster1.xml" Id="Rb1a33e919d374c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bd234d1c3f4fff" /><Relationship Type="http://schemas.openxmlformats.org/officeDocument/2006/relationships/notesMaster" Target="/ppt/notesMasters/notesMaster1.xml" Id="R8f4bc2060da240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72c824c2e4246a1" /><Relationship Type="http://schemas.openxmlformats.org/officeDocument/2006/relationships/notesMaster" Target="/ppt/notesMasters/notesMaster1.xml" Id="Rb98ae01bc73543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23a490b8d164482" /><Relationship Type="http://schemas.openxmlformats.org/officeDocument/2006/relationships/notesMaster" Target="/ppt/notesMasters/notesMaster1.xml" Id="Rf5672337e435412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c8fc515f46482b" /><Relationship Type="http://schemas.openxmlformats.org/officeDocument/2006/relationships/notesMaster" Target="/ppt/notesMasters/notesMaster1.xml" Id="R5e5681f188f845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1f5f65a32e049ee" /><Relationship Type="http://schemas.openxmlformats.org/officeDocument/2006/relationships/notesMaster" Target="/ppt/notesMasters/notesMaster1.xml" Id="R9436a4a80577476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09ca34ff90a4126" /><Relationship Type="http://schemas.openxmlformats.org/officeDocument/2006/relationships/notesMaster" Target="/ppt/notesMasters/notesMaster1.xml" Id="Rd0be08e7c2a44de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040f5700281448c" /><Relationship Type="http://schemas.openxmlformats.org/officeDocument/2006/relationships/notesMaster" Target="/ppt/notesMasters/notesMaster1.xml" Id="Rdeaa48d08ae045e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7f0b86011ca480d" /><Relationship Type="http://schemas.openxmlformats.org/officeDocument/2006/relationships/notesMaster" Target="/ppt/notesMasters/notesMaster1.xml" Id="R2c2009bcd6f34af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3a22d870b134e88" /><Relationship Type="http://schemas.openxmlformats.org/officeDocument/2006/relationships/notesMaster" Target="/ppt/notesMasters/notesMaster1.xml" Id="Rd8fd139cc2b2406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cf945f0c5b2438c" /><Relationship Type="http://schemas.openxmlformats.org/officeDocument/2006/relationships/notesMaster" Target="/ppt/notesMasters/notesMaster1.xml" Id="Rc1964af72b2745a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85e8c40a31e4c8b" /><Relationship Type="http://schemas.openxmlformats.org/officeDocument/2006/relationships/notesMaster" Target="/ppt/notesMasters/notesMaster1.xml" Id="Rf7001b45e3324cb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c3117a2257142d8" /><Relationship Type="http://schemas.openxmlformats.org/officeDocument/2006/relationships/notesMaster" Target="/ppt/notesMasters/notesMaster1.xml" Id="R99b25a5eaef74cc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2a26cadaaa94896" /><Relationship Type="http://schemas.openxmlformats.org/officeDocument/2006/relationships/notesMaster" Target="/ppt/notesMasters/notesMaster1.xml" Id="Rf610600edfdd49b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ab646b43ead4871" /><Relationship Type="http://schemas.openxmlformats.org/officeDocument/2006/relationships/notesMaster" Target="/ppt/notesMasters/notesMaster1.xml" Id="R575d547f95da41f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bf8041ee99a4545" /><Relationship Type="http://schemas.openxmlformats.org/officeDocument/2006/relationships/notesMaster" Target="/ppt/notesMasters/notesMaster1.xml" Id="R5fdd888f053445d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e7550ff44b14a52" /><Relationship Type="http://schemas.openxmlformats.org/officeDocument/2006/relationships/notesMaster" Target="/ppt/notesMasters/notesMaster1.xml" Id="R41b2e9021d3b410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c0bfd510036454f" /><Relationship Type="http://schemas.openxmlformats.org/officeDocument/2006/relationships/notesMaster" Target="/ppt/notesMasters/notesMaster1.xml" Id="R633aab57b2e34cf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ff401c4f9ac4044" /><Relationship Type="http://schemas.openxmlformats.org/officeDocument/2006/relationships/notesMaster" Target="/ppt/notesMasters/notesMaster1.xml" Id="R009b82d5d6bd48e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df4b49323c84f27" /><Relationship Type="http://schemas.openxmlformats.org/officeDocument/2006/relationships/notesMaster" Target="/ppt/notesMasters/notesMaster1.xml" Id="R701f9edfc2c64e8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027a82259bf4bb3" /><Relationship Type="http://schemas.openxmlformats.org/officeDocument/2006/relationships/notesMaster" Target="/ppt/notesMasters/notesMaster1.xml" Id="R9f7f8f3a99df440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559e3c9a3404313" /><Relationship Type="http://schemas.openxmlformats.org/officeDocument/2006/relationships/notesMaster" Target="/ppt/notesMasters/notesMaster1.xml" Id="R9c6b17be18ae4b9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eb14080af924f78" /><Relationship Type="http://schemas.openxmlformats.org/officeDocument/2006/relationships/notesMaster" Target="/ppt/notesMasters/notesMaster1.xml" Id="R6faf06beb098494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288eccb0cbd44da" /><Relationship Type="http://schemas.openxmlformats.org/officeDocument/2006/relationships/notesMaster" Target="/ppt/notesMasters/notesMaster1.xml" Id="Raa6d9da7271c403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3f13380275f43b3" /><Relationship Type="http://schemas.openxmlformats.org/officeDocument/2006/relationships/notesMaster" Target="/ppt/notesMasters/notesMaster1.xml" Id="R1d925b73e8a54b8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08a9350702c4357" /><Relationship Type="http://schemas.openxmlformats.org/officeDocument/2006/relationships/notesMaster" Target="/ppt/notesMasters/notesMaster1.xml" Id="R8ddb488c0c4f4ef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5ded31e93cb40ed" /><Relationship Type="http://schemas.openxmlformats.org/officeDocument/2006/relationships/notesMaster" Target="/ppt/notesMasters/notesMaster1.xml" Id="R05b0b08fdd38433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55de5460ce54f6b" /><Relationship Type="http://schemas.openxmlformats.org/officeDocument/2006/relationships/notesMaster" Target="/ppt/notesMasters/notesMaster1.xml" Id="R196651c6f75b4b0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072096440b44c9e" /><Relationship Type="http://schemas.openxmlformats.org/officeDocument/2006/relationships/notesMaster" Target="/ppt/notesMasters/notesMaster1.xml" Id="Rf63b58168a9e47c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48e99b29ecbe497b" /><Relationship Type="http://schemas.openxmlformats.org/officeDocument/2006/relationships/notesMaster" Target="/ppt/notesMasters/notesMaster1.xml" Id="Rfcb9487e1d8b465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eec01a605c04706" /><Relationship Type="http://schemas.openxmlformats.org/officeDocument/2006/relationships/notesMaster" Target="/ppt/notesMasters/notesMaster1.xml" Id="R917be9ece1ff46f5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eb30574bc8647ab" /><Relationship Type="http://schemas.openxmlformats.org/officeDocument/2006/relationships/notesMaster" Target="/ppt/notesMasters/notesMaster1.xml" Id="R85402b18684d416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2e5e0dc5981438e" /><Relationship Type="http://schemas.openxmlformats.org/officeDocument/2006/relationships/notesMaster" Target="/ppt/notesMasters/notesMaster1.xml" Id="R7d41c657fdb7440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f900cde07d649a4" /><Relationship Type="http://schemas.openxmlformats.org/officeDocument/2006/relationships/notesMaster" Target="/ppt/notesMasters/notesMaster1.xml" Id="R64d2baa8d324406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754d9d6c00e409d" /><Relationship Type="http://schemas.openxmlformats.org/officeDocument/2006/relationships/notesMaster" Target="/ppt/notesMasters/notesMaster1.xml" Id="R518f31f4cdbc492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2d9b63214a5407d" /><Relationship Type="http://schemas.openxmlformats.org/officeDocument/2006/relationships/notesMaster" Target="/ppt/notesMasters/notesMaster1.xml" Id="R3557806e38dd41c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6127e59a5da4072" /><Relationship Type="http://schemas.openxmlformats.org/officeDocument/2006/relationships/notesMaster" Target="/ppt/notesMasters/notesMaster1.xml" Id="R5a56467b3a7f45f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a231a5c79064266" /><Relationship Type="http://schemas.openxmlformats.org/officeDocument/2006/relationships/notesMaster" Target="/ppt/notesMasters/notesMaster1.xml" Id="R5d24916a2206433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6adcd84cb76c4b32" /><Relationship Type="http://schemas.openxmlformats.org/officeDocument/2006/relationships/notesMaster" Target="/ppt/notesMasters/notesMaster1.xml" Id="Rfa423525fb964cfe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33aa7f6864148c3" /><Relationship Type="http://schemas.openxmlformats.org/officeDocument/2006/relationships/notesMaster" Target="/ppt/notesMasters/notesMaster1.xml" Id="Ra330948f51694fd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870d94f3dd440c2" /><Relationship Type="http://schemas.openxmlformats.org/officeDocument/2006/relationships/notesMaster" Target="/ppt/notesMasters/notesMaster1.xml" Id="R2e5d6eab9f0e474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17311aa37a26431a" /><Relationship Type="http://schemas.openxmlformats.org/officeDocument/2006/relationships/notesMaster" Target="/ppt/notesMasters/notesMaster1.xml" Id="R733c873db89946b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c3ff79cbbd0471a" /><Relationship Type="http://schemas.openxmlformats.org/officeDocument/2006/relationships/notesMaster" Target="/ppt/notesMasters/notesMaster1.xml" Id="R02c0a967296f42a8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c8d36378c7e24418" /><Relationship Type="http://schemas.openxmlformats.org/officeDocument/2006/relationships/notesMaster" Target="/ppt/notesMasters/notesMaster1.xml" Id="Re9c00796ac7d4508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4511ba1735e453f" /><Relationship Type="http://schemas.openxmlformats.org/officeDocument/2006/relationships/notesMaster" Target="/ppt/notesMasters/notesMaster1.xml" Id="Rbee56cc4f66e42a9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7e62b3845d044d5e" /><Relationship Type="http://schemas.openxmlformats.org/officeDocument/2006/relationships/notesMaster" Target="/ppt/notesMasters/notesMaster1.xml" Id="R526e4dc6d87549d6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d0d162517b424bf1" /><Relationship Type="http://schemas.openxmlformats.org/officeDocument/2006/relationships/notesMaster" Target="/ppt/notesMasters/notesMaster1.xml" Id="Ra9d40c6dba20489f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e75392bdb7454f5b" /><Relationship Type="http://schemas.openxmlformats.org/officeDocument/2006/relationships/notesMaster" Target="/ppt/notesMasters/notesMaster1.xml" Id="Rae6e1fdf4a704c9a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b52d533b802848c8" /><Relationship Type="http://schemas.openxmlformats.org/officeDocument/2006/relationships/notesMaster" Target="/ppt/notesMasters/notesMaster1.xml" Id="R1d91fb8e504d4243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bf8b6dfd61ef4818" /><Relationship Type="http://schemas.openxmlformats.org/officeDocument/2006/relationships/notesMaster" Target="/ppt/notesMasters/notesMaster1.xml" Id="Rc9dc72a92a8749e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2e45af3b3d1e4e0c" /><Relationship Type="http://schemas.openxmlformats.org/officeDocument/2006/relationships/notesMaster" Target="/ppt/notesMasters/notesMaster1.xml" Id="R1473b9a16a4049a4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78541b56b1d744e1" /><Relationship Type="http://schemas.openxmlformats.org/officeDocument/2006/relationships/notesMaster" Target="/ppt/notesMasters/notesMaster1.xml" Id="Rcddbeb9d074d4125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5412ce273a524745" /><Relationship Type="http://schemas.openxmlformats.org/officeDocument/2006/relationships/notesMaster" Target="/ppt/notesMasters/notesMaster1.xml" Id="R381f4631819845c1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e2d404b9d45c4442" /><Relationship Type="http://schemas.openxmlformats.org/officeDocument/2006/relationships/notesMaster" Target="/ppt/notesMasters/notesMaster1.xml" Id="Rbeb4badf3320417a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b3324c852b2944ba" /><Relationship Type="http://schemas.openxmlformats.org/officeDocument/2006/relationships/notesMaster" Target="/ppt/notesMasters/notesMaster1.xml" Id="R45e269d838f94033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f7eb7349f8474b5f" /><Relationship Type="http://schemas.openxmlformats.org/officeDocument/2006/relationships/notesMaster" Target="/ppt/notesMasters/notesMaster1.xml" Id="R9ce3e7d5dfa44d81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c40460e869f64bc1" /><Relationship Type="http://schemas.openxmlformats.org/officeDocument/2006/relationships/notesMaster" Target="/ppt/notesMasters/notesMaster1.xml" Id="R6d552fd00e0642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시간과 시계 경과 시간과 달력 시간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지난 시간에는 프로그램이 바깥을 봤다. 시스템 이름, 페이지 크기, 열린 파일 한계를 조회했다. 오늘은 시간을 다룬다. 지금이 몇 시인지 알아내고, 코드가 얼마나 걸렸는지 재고, 둘을 로그로 남긴다. 오늘의 핵심 질문은 이 시간을 보여 줄 용도인가, 잴 용도인가다.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수업 구성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1부를 마친 뒤 휴식 10분을 포함해 총 120분이다. 전반부는 사람이 읽는 달력 시간을, 후반부는 흐름을 재는 경과 시간과 로그로 이어간다.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왜 시간을 다루는가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시간이 들어가는 코드는 뜻밖에 많다. 그런데 이 용도들은 서로 다른 시계를 요구한다. 사람이 읽는 시각은 벽시계에서, 짧은 구간 측정은 거꾸로 가지 않는 시계에서 얻어야 한다. 표시할 때는 달력 시간, 잴 때는 단조 시계가 오늘의 원칙이다.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1부 달력 시간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time(2)과 time_t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time_t는 산술형이고 보통 64비트 정수다. 32비트 time_t는 2038년에 넘친다. 두 시각의 비교는 difftime이 오버플로 없이 처리하는 공식 방법이다.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https://man7.org/linux/man-pages/man3/difftime.3.html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calendar_demo: 시각 조회와 출력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gmtime은 UTC 기준으로 같은 변환을 한다. 완성 calendar_demo는 utc 문자열과 difftime 결과까지 출력한다.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https://man7.org/linux/man-pages/man3/ctime.3.html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https://man7.org/linux/man-pages/man3/strftime.3.html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date(1) 명령과 비교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date(1)도 내부에서는 같은 변환 함수들을 쓴다. 출력 형식은 로캘에 따라 달라지므로 비교는 값의 구조로 한다. 출력 예시는 Ubuntu 22.04 환경이다.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https://man7.org/linux/man-pages/man1/date.1.html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https://man7.org/linux/man-pages/man3/ctime.3.html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struct tm과 변환 함수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asctime·ctime은 고정 형식 문자열을 주지만 로캘과 정적 버퍼의 제약이 있어 strftime이 더 안전하다. localtime도 정적 버퍼를 돌려주므로 멀티스레드에서는 localtime_r을 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https://man7.org/linux/man-pages/man3/ctime.3.html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실습 1: 달력 시간 관찰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tm_normalize의 2025-02-29와 2024-02-29 비교가 윤년 규칙의 관찰 포인트다. 12월 32일이 다음 해 1월 1일이 되는 것도 확인한다.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https://man7.org/linux/man-pages/man3/ctime.3.html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calendar_demo.c (1/6)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calendar_demo.c 1–12줄.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calendar_demo.c (2/6)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calendar_demo.c 13–23줄.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calendar_demo.c (3/6)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calendar_demo.c 24–35줄.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calendar_demo.c (4/6)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calendar_demo.c 36–46줄.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calendar_demo.c (5/6)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calendar_demo.c 47–57줄.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calendar_demo.c (6/6)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calendar_demo.c 58–68줄.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tm_normalize.c (1/5)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tm_normalize.c 1–12줄.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tm_normalize.c (2/5)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tm_normalize.c 13–22줄.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tm_normalize.c (3/5)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tm_normalize.c 23–35줄.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tm_normalize.c (4/5)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tm_normalize.c 36–46줄.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tm_normalize.c (5/5)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tm_normalize.c 47–55줄.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2부 경과 시간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clock_gettime(2)과 struct timespec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해상도는 시계마다 다르고 clock_getres로 조회한다. 나노초 필드가 있어도 실제 눈금이 그만큼 세밀하지 않은 경우가 있다.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두 시계: REALTIME과 MONOTONIC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절전 중 멈추지 않는 변형(CLOCK_BOOTTIME)이나 NTP 보정을 받지 않는 변형(CLOCK_MONOTONIC_RAW)도 있다. 수업에서는 두 표준 시계만 다루고 나머지는 clock_show로 관찰만 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timespec 차이 계산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double로 바꿔 빼면 값이 클 때 아래 자리가 떨어진다. 계산은 나노초 정수로 하고 표시 직전에만 나눈다.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elapsed_demo: 측정 흐름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컴파일러가 작업을 지워 버리지 않게 배열을 volatile로 선언하고 결과(sink)를 출력한다. 측정 예제에서 최적화는 적이 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정밀도와 함정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오늘 예제는 마이크로초~밀리초 규모 작업만 잰다. 더 정밀한 측정은 하드웨어 카운터 이야기로 이어지는데 수업 범위가 아니다.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반복 측정과 노이즈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REPORT의 표에 run1부터 run5까지 그대로 적고 min·median을 손계산해 보게 한다. 값이 매번 달라도 관계(min ≤ median ≤ max)는 유지되는지가 관찰 포인트다.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실습 2: 경과 시간 측정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두 now 값의 규모가 다른 이유를 질문으로 확인한다. res가 0.000001000(마이크로초 눈금)으로 나오는 것도 환경에 따라 다르다.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elapsed_demo.c (1/9)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elapsed_demo.c 1–13줄.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elapsed_demo.c (2/9)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elapsed_demo.c 14–25줄.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elapsed_demo.c (3/9)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elapsed_demo.c 26–36줄.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elapsed_demo.c (4/9)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elapsed_demo.c 37–48줄.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elapsed_demo.c (5/9)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elapsed_demo.c 49–61줄.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elapsed_demo.c (6/9)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elapsed_demo.c 62–72줄.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elapsed_demo.c (7/9)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elapsed_demo.c 73–86줄.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elapsed_demo.c (8/9)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elapsed_demo.c 87–94줄.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elapsed_demo.c (9/9)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elapsed_demo.c 95–104줄.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3부 시간 기록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로그 한 줄의 설계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형식 예: 2026-09-27 16:15:35 KST +00.0125s read config. 두 시간은 겹치는 정보처럼 보이지만 역할이 다르다.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tslog: 로그 한 줄 쓰기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%07.4f는 초 소수 네 자리로 폭을 고정해 줄이 어긋나지 않게 한다. start는 main에서 MONOTONIC으로 딱 한 번 기록한다. 오류 검사는 완성 소스에 있다.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https://man7.org/linux/man-pages/man3/ctime.3.html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https://man7.org/linux/man-pages/man3/strftime.3.html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로그 파일과 버퍼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매 줄 fflush하면 느려질 수 있어 수업 예제는 안전 쪽을 택했다. 시스템 크래시까지 대비하려면 fsync가 필요하다는 것까지만 소개한다.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https://man7.org/linux/man-pages/man3/fopen.3.html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로그에서 시간의 역할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syslog(3)와 통합 로그 시스템은 범위 밖이지만 이름만 언급한다. 오늘은 직접 만들어 보는 것이 목적이다.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두 시간을 함께 남기는 이유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경과 시간 열로 단계 간격을 계산해 보는 것이 실습 3의 확인 문제다. 경과 시간은 단조 증가하므로 줄 순서가 곧 사건 순서다.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tslog 실행 예시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출력 값은 예시다. 간격이 약 12ms인 이유는 데모가 줄 사이에 그만큼 기다리게 만들었기 때문이다. 48ms는 1초보다 짧아 달력 시각 열이 전부 같다.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시간을 잘못 쓰는 사례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각 사례를 오늘 배운 호출로 어떻게 고치는지 짝에게 말하게 한다. 다섯 사례 모두 오늘 원칙의 한 조각씩과 대응한다.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https://man7.org/linux/man-pages/man3/ctime.3.html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실습 3: 로그 실행과 확인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cat 대신 tail을 써도 좋다. 파일을 두 번 실행으로 늘려 추가 모드를 관찰한다. 간격 계산은 REPORT의 3번 문제다.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tslog.c (1/11)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tslog.c 1–14줄.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tslog.c (2/11)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tslog.c 15–27줄.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tslog.c (3/11)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tslog.c 28–39줄.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tslog.c (4/11)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tslog.c 40–52줄.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tslog.c (5/11)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tslog.c 53–63줄.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tslog.c (6/11)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tslog.c 64–74줄.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tslog.c (7/11)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tslog.c 75–86줄.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tslog.c (8/11)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tslog.c 87–99줄.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tslog.c (9/11)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tslog.c 100–113줄.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tslog.c (10/11)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tslog.c 114–125줄.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tslog.c (11/11)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tslog.c 126–135줄.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4부 시계 선택과 함정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벽시계가 거꾸로 가는 경우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단조 시계는 이런 점프가 원천적으로 없다. 로그에서 달력 시각이 어긋나 보여도 간격은 경과 시간 열에서 얻는다는 설계가 이 때문이다.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정밀도와 단위 선택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timespec은 항상 나노초 필드를 갖지만 실제 해상도는 clock_getres 값으로 확인한다. 단위는 계산과 표시에서 각자 고른다.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clock_show: 시계별 값과 해상도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CLOCK_PROCESS_CPUTIME_ID는 그 프로세스가 쓴 CPU 시간을 잰다. 다음 주 times(2)·CLK_TCK와 같은 관심사다.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달력 시간과 경과 시간의 역할 분담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time_t·struct tm과 timespec이라는 두 자료형이 이 역할 구분을 그대로 반영한다. CPU 시간은 다음 주 times(2)에서 세 번째 축으로 추가된다.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실습 4: 시계 비교 관찰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macOS에는 /proc/uptime이 없으므로 그 줄은 선택 관찰로 표시했다. clock_show와 elapsed_demo --clocks의 같은 시계 값이 크게 다르지 않은지도 확인한다.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https://man7.org/linux/man-pages/man5/proc.5.html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clock_show.c (1/5)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clock_show.c 1–10줄.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clock_show.c (2/5)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clock_show.c 11–21줄.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clock_show.c (3/5)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clock_show.c 22–31줄.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clock_show.c (4/5)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clock_show.c 32–41줄.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읽기 · clock_show.c (5/5)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clock_show.c 42–51줄. → 화살표 줄이 바로 위 코드 줄 또는 앞 범위의 설명이다. 실습으로 확인한 뒤 이 파트에서 다룬 소스를 처음부터 끝까지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확인 퀴즈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정답: 1. REALTIME은 점프할 수 있어 음수 간격이 나올 수 있어서다. 2. time → localtime(또는 gmtime) → strftime. 3. 10월. 4. 버퍼가 작아 아무것도 쓰지 못했다. 5. 절대 시점과 흐름 간격을 한 줄에서 동시에 알 수 있다.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실습 정리와 제출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필수 로그: TZ별 local·utc, 정규화 결과, 측정 5회, 로그 6줄 이상. 선택 과제는 tslog에 표시 단위를 바꾸는 옵션을 추가하는 것이다.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참고 자료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각 슬라이드 발표자 노트와 교안 원고에 관련 원문 링크가 있다. 오늘 배운 시간 다루기는 다음 주 CPU 시간, 11주 mmap, 타임아웃 설계에서 계속 쓰인다.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https://man7.org/linux/man-pages/man3/difftime.3.html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https://man7.org/linux/man-pages/man2/clock_gettime.2.html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https://man7.org/linux/man-pages/man3/ctime.3.html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https://man7.org/linux/man-pages/man3/strftime.3.html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https://man7.org/linux/man-pages/man3/tzset.3.html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https://man7.org/linux/man-pages/man2/times.2.html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https://man7.org/linux/man-pages/man5/proc.5.html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https://man7.org/linux/man-pages/man3/fopen.3.html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https://man7.org/linux/man-pages/man1/date.1.html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eee4262984c7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8823428-D9FD-457A-9F7D-B0649F68BC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90000"/>
              </a:lnSpc>
              <a:buNone/>
            </a:pPr>
            <a:endParaRPr sz="4400" b="0" u="none" strike="noStrik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4DABC6F-F068-443F-81D9-6770DA9D5803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7b0eced0b640aa" /><Relationship Type="http://schemas.openxmlformats.org/officeDocument/2006/relationships/slideLayout" Target="/ppt/slideLayouts/slideLayout1.xml" Id="Rf02ee316505b4c4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8981B93-623E-4343-A0DD-FE710CEC0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4400" b="0" u="none" strike="noStrik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BC700AE-BAC8-4EA1-B436-2D57ADF7081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2ee316505b4c47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ChatG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cf853fe3c48e0" /><Relationship Type="http://schemas.openxmlformats.org/officeDocument/2006/relationships/image" Target="/ppt/media/image.png" Id="Ra22703bd51954a6e" /><Relationship Type="http://schemas.openxmlformats.org/officeDocument/2006/relationships/notesSlide" Target="/ppt/notesSlides/notesSlide1.xml" Id="R1c4c9665ab9e41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71593994544d8" /><Relationship Type="http://schemas.openxmlformats.org/officeDocument/2006/relationships/notesSlide" Target="/ppt/notesSlides/notesSlide2.xml" Id="Re04d528c37bc40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54ecbde0a45a6" /><Relationship Type="http://schemas.openxmlformats.org/officeDocument/2006/relationships/notesSlide" Target="/ppt/notesSlides/notesSlide3.xml" Id="Rff7fc504843e45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e00fd039a4c52" /><Relationship Type="http://schemas.openxmlformats.org/officeDocument/2006/relationships/notesSlide" Target="/ppt/notesSlides/notesSlide4.xml" Id="Ra298e16276104c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f6f3f38e44194" /><Relationship Type="http://schemas.openxmlformats.org/officeDocument/2006/relationships/notesSlide" Target="/ppt/notesSlides/notesSlide5.xml" Id="Ra1bf01051fc24e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03d6ad63f4b10" /><Relationship Type="http://schemas.openxmlformats.org/officeDocument/2006/relationships/notesSlide" Target="/ppt/notesSlides/notesSlide6.xml" Id="R5fe9c11ecfa74a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b306b09e94733" /><Relationship Type="http://schemas.openxmlformats.org/officeDocument/2006/relationships/notesSlide" Target="/ppt/notesSlides/notesSlide7.xml" Id="Ra63da4a016084d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eab2138d04988" /><Relationship Type="http://schemas.openxmlformats.org/officeDocument/2006/relationships/notesSlide" Target="/ppt/notesSlides/notesSlide8.xml" Id="Re32b64dc009c4d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9784130e841c6" /><Relationship Type="http://schemas.openxmlformats.org/officeDocument/2006/relationships/notesSlide" Target="/ppt/notesSlides/notesSlide9.xml" Id="Re441790296494c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3c60380124dac" /><Relationship Type="http://schemas.openxmlformats.org/officeDocument/2006/relationships/notesSlide" Target="/ppt/notesSlides/notesSlide10.xml" Id="Rf4b4fb3735c240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e4756ca6348c4" /><Relationship Type="http://schemas.openxmlformats.org/officeDocument/2006/relationships/notesSlide" Target="/ppt/notesSlides/notesSlide11.xml" Id="R0a2e471587294e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d26da47e4433f" /><Relationship Type="http://schemas.openxmlformats.org/officeDocument/2006/relationships/notesSlide" Target="/ppt/notesSlides/notesSlide12.xml" Id="R1933df44f8114b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2b8c30ca14187" /><Relationship Type="http://schemas.openxmlformats.org/officeDocument/2006/relationships/notesSlide" Target="/ppt/notesSlides/notesSlide13.xml" Id="R6e440169d50943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af5dcfa594466" /><Relationship Type="http://schemas.openxmlformats.org/officeDocument/2006/relationships/notesSlide" Target="/ppt/notesSlides/notesSlide14.xml" Id="Ra8f63da15e1a457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fd5ede86f44a1" /><Relationship Type="http://schemas.openxmlformats.org/officeDocument/2006/relationships/notesSlide" Target="/ppt/notesSlides/notesSlide15.xml" Id="Rc3ab2e9c9dd341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86b36099246b8" /><Relationship Type="http://schemas.openxmlformats.org/officeDocument/2006/relationships/notesSlide" Target="/ppt/notesSlides/notesSlide16.xml" Id="R569670e23e714a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1f780d8954644" /><Relationship Type="http://schemas.openxmlformats.org/officeDocument/2006/relationships/notesSlide" Target="/ppt/notesSlides/notesSlide17.xml" Id="Rb27f8834193246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35b45e98f4bcc" /><Relationship Type="http://schemas.openxmlformats.org/officeDocument/2006/relationships/notesSlide" Target="/ppt/notesSlides/notesSlide18.xml" Id="R8ec0f946cca04a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67e9225e94813" /><Relationship Type="http://schemas.openxmlformats.org/officeDocument/2006/relationships/notesSlide" Target="/ppt/notesSlides/notesSlide19.xml" Id="R83744252cc83452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e030de50f4cbf" /><Relationship Type="http://schemas.openxmlformats.org/officeDocument/2006/relationships/notesSlide" Target="/ppt/notesSlides/notesSlide20.xml" Id="R84e902a6c5474da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f0ff2182f4bd5" /><Relationship Type="http://schemas.openxmlformats.org/officeDocument/2006/relationships/notesSlide" Target="/ppt/notesSlides/notesSlide21.xml" Id="R4081e1e0b32d4d3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879d9f0734d46" /><Relationship Type="http://schemas.openxmlformats.org/officeDocument/2006/relationships/notesSlide" Target="/ppt/notesSlides/notesSlide22.xml" Id="R8239f26457d041e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392b052e74506" /><Relationship Type="http://schemas.openxmlformats.org/officeDocument/2006/relationships/notesSlide" Target="/ppt/notesSlides/notesSlide23.xml" Id="R869a8892c43f442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f24f0102245d2" /><Relationship Type="http://schemas.openxmlformats.org/officeDocument/2006/relationships/notesSlide" Target="/ppt/notesSlides/notesSlide24.xml" Id="R740a43e15e51459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62c025d55450c" /><Relationship Type="http://schemas.openxmlformats.org/officeDocument/2006/relationships/notesSlide" Target="/ppt/notesSlides/notesSlide25.xml" Id="R7986ce2945e74a7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b0c871015488d" /><Relationship Type="http://schemas.openxmlformats.org/officeDocument/2006/relationships/notesSlide" Target="/ppt/notesSlides/notesSlide26.xml" Id="R6919bb7708b94b6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bff682b0a496c" /><Relationship Type="http://schemas.openxmlformats.org/officeDocument/2006/relationships/notesSlide" Target="/ppt/notesSlides/notesSlide27.xml" Id="R8184a5d3b5cd4c8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633fe68044256" /><Relationship Type="http://schemas.openxmlformats.org/officeDocument/2006/relationships/notesSlide" Target="/ppt/notesSlides/notesSlide28.xml" Id="R3744eeef3e024b0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5858255a44407" /><Relationship Type="http://schemas.openxmlformats.org/officeDocument/2006/relationships/notesSlide" Target="/ppt/notesSlides/notesSlide29.xml" Id="R2189bfac955a4c0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2542fed4b403c" /><Relationship Type="http://schemas.openxmlformats.org/officeDocument/2006/relationships/notesSlide" Target="/ppt/notesSlides/notesSlide30.xml" Id="Re160a3f66553459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0594d3c4445fc" /><Relationship Type="http://schemas.openxmlformats.org/officeDocument/2006/relationships/notesSlide" Target="/ppt/notesSlides/notesSlide31.xml" Id="Rc5b0168801e8433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6f835c0db4450" /><Relationship Type="http://schemas.openxmlformats.org/officeDocument/2006/relationships/notesSlide" Target="/ppt/notesSlides/notesSlide32.xml" Id="R5b91f2c27ef5401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c15964b524f44" /><Relationship Type="http://schemas.openxmlformats.org/officeDocument/2006/relationships/notesSlide" Target="/ppt/notesSlides/notesSlide33.xml" Id="R52a5406c8b534e1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241ae10904568" /><Relationship Type="http://schemas.openxmlformats.org/officeDocument/2006/relationships/notesSlide" Target="/ppt/notesSlides/notesSlide34.xml" Id="R7963f57254a44ba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98ebb8dfc4980" /><Relationship Type="http://schemas.openxmlformats.org/officeDocument/2006/relationships/notesSlide" Target="/ppt/notesSlides/notesSlide35.xml" Id="R7083368f82a146c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303e8ccab49b3" /><Relationship Type="http://schemas.openxmlformats.org/officeDocument/2006/relationships/notesSlide" Target="/ppt/notesSlides/notesSlide36.xml" Id="R1755c171de30423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e9f02ee444018" /><Relationship Type="http://schemas.openxmlformats.org/officeDocument/2006/relationships/notesSlide" Target="/ppt/notesSlides/notesSlide37.xml" Id="Rdbb126fe1e9e4cc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5cabb12ab43b9" /><Relationship Type="http://schemas.openxmlformats.org/officeDocument/2006/relationships/notesSlide" Target="/ppt/notesSlides/notesSlide38.xml" Id="R42803ca43362481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5e49bc1734f1c" /><Relationship Type="http://schemas.openxmlformats.org/officeDocument/2006/relationships/notesSlide" Target="/ppt/notesSlides/notesSlide39.xml" Id="R95c40e741462428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01a7d080a4bc8" /><Relationship Type="http://schemas.openxmlformats.org/officeDocument/2006/relationships/notesSlide" Target="/ppt/notesSlides/notesSlide40.xml" Id="R1b17b573c60143d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ff89f38d64760" /><Relationship Type="http://schemas.openxmlformats.org/officeDocument/2006/relationships/notesSlide" Target="/ppt/notesSlides/notesSlide41.xml" Id="R1059278125d44c4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e626052474153" /><Relationship Type="http://schemas.openxmlformats.org/officeDocument/2006/relationships/notesSlide" Target="/ppt/notesSlides/notesSlide42.xml" Id="R6dc27d684edc492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824f130c1423b" /><Relationship Type="http://schemas.openxmlformats.org/officeDocument/2006/relationships/notesSlide" Target="/ppt/notesSlides/notesSlide43.xml" Id="R6f229ffce5b5405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ec3cda7fb4cde" /><Relationship Type="http://schemas.openxmlformats.org/officeDocument/2006/relationships/notesSlide" Target="/ppt/notesSlides/notesSlide44.xml" Id="R9767d543e4314ea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9cd20ddea4cc2" /><Relationship Type="http://schemas.openxmlformats.org/officeDocument/2006/relationships/notesSlide" Target="/ppt/notesSlides/notesSlide45.xml" Id="R93add47904154de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67328a2bd4e5a" /><Relationship Type="http://schemas.openxmlformats.org/officeDocument/2006/relationships/notesSlide" Target="/ppt/notesSlides/notesSlide46.xml" Id="Rac93b71af85c4af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32144615a4e19" /><Relationship Type="http://schemas.openxmlformats.org/officeDocument/2006/relationships/notesSlide" Target="/ppt/notesSlides/notesSlide47.xml" Id="R51cea13c122d4a4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b7421d8ba480b" /><Relationship Type="http://schemas.openxmlformats.org/officeDocument/2006/relationships/notesSlide" Target="/ppt/notesSlides/notesSlide48.xml" Id="Rc26522e3e2d74ca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4159354e349ea" /><Relationship Type="http://schemas.openxmlformats.org/officeDocument/2006/relationships/notesSlide" Target="/ppt/notesSlides/notesSlide49.xml" Id="Ra9a627f934ad40e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647f742184807" /><Relationship Type="http://schemas.openxmlformats.org/officeDocument/2006/relationships/notesSlide" Target="/ppt/notesSlides/notesSlide50.xml" Id="R8c0e412237f548c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05ac8d70c4102" /><Relationship Type="http://schemas.openxmlformats.org/officeDocument/2006/relationships/notesSlide" Target="/ppt/notesSlides/notesSlide51.xml" Id="R3aacc2f8a32741e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63ba95d8f4879" /><Relationship Type="http://schemas.openxmlformats.org/officeDocument/2006/relationships/notesSlide" Target="/ppt/notesSlides/notesSlide52.xml" Id="R142a0d0949eb43d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f9f906202473f" /><Relationship Type="http://schemas.openxmlformats.org/officeDocument/2006/relationships/notesSlide" Target="/ppt/notesSlides/notesSlide53.xml" Id="R17b9abc5f4574a2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be61ff68b4965" /><Relationship Type="http://schemas.openxmlformats.org/officeDocument/2006/relationships/notesSlide" Target="/ppt/notesSlides/notesSlide54.xml" Id="R7efa3daa2f1a45b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ccb274e434257" /><Relationship Type="http://schemas.openxmlformats.org/officeDocument/2006/relationships/notesSlide" Target="/ppt/notesSlides/notesSlide55.xml" Id="R03d781b1a9bf4473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a5bb404f74e4f" /><Relationship Type="http://schemas.openxmlformats.org/officeDocument/2006/relationships/notesSlide" Target="/ppt/notesSlides/notesSlide56.xml" Id="Rd3bcfaa89d174602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5b2ff45df4ac6" /><Relationship Type="http://schemas.openxmlformats.org/officeDocument/2006/relationships/notesSlide" Target="/ppt/notesSlides/notesSlide57.xml" Id="Rcea490d397c045d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c8b2ca8454775" /><Relationship Type="http://schemas.openxmlformats.org/officeDocument/2006/relationships/notesSlide" Target="/ppt/notesSlides/notesSlide58.xml" Id="R4a47c70e94c842e4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76c2da6f64989" /><Relationship Type="http://schemas.openxmlformats.org/officeDocument/2006/relationships/notesSlide" Target="/ppt/notesSlides/notesSlide59.xml" Id="R981647e59b6c461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b7ada16da49c9" /><Relationship Type="http://schemas.openxmlformats.org/officeDocument/2006/relationships/notesSlide" Target="/ppt/notesSlides/notesSlide60.xml" Id="R19127284a1e04b77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938313701455b" /><Relationship Type="http://schemas.openxmlformats.org/officeDocument/2006/relationships/notesSlide" Target="/ppt/notesSlides/notesSlide61.xml" Id="R3b9c4fe65a974155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d5af769a34b8c" /><Relationship Type="http://schemas.openxmlformats.org/officeDocument/2006/relationships/notesSlide" Target="/ppt/notesSlides/notesSlide62.xml" Id="Rc8f74ab702cf4a1d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ae4ea86934883" /><Relationship Type="http://schemas.openxmlformats.org/officeDocument/2006/relationships/notesSlide" Target="/ppt/notesSlides/notesSlide63.xml" Id="Rc6e2dd039c1740ed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28605063445c6" /><Relationship Type="http://schemas.openxmlformats.org/officeDocument/2006/relationships/notesSlide" Target="/ppt/notesSlides/notesSlide64.xml" Id="R1551c586b2a042a1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7a826674449d6" /><Relationship Type="http://schemas.openxmlformats.org/officeDocument/2006/relationships/notesSlide" Target="/ppt/notesSlides/notesSlide65.xml" Id="Rdb53e69d284845c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1e1df6fb14de8" /><Relationship Type="http://schemas.openxmlformats.org/officeDocument/2006/relationships/notesSlide" Target="/ppt/notesSlides/notesSlide66.xml" Id="Rf130769bcd574ab2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6d795aeb249a7" /><Relationship Type="http://schemas.openxmlformats.org/officeDocument/2006/relationships/notesSlide" Target="/ppt/notesSlides/notesSlide67.xml" Id="Rae9544bc0bf94676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88a7234df4b0d" /><Relationship Type="http://schemas.openxmlformats.org/officeDocument/2006/relationships/notesSlide" Target="/ppt/notesSlides/notesSlide68.xml" Id="Rc72eccdbfec64071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5f2177aaa4dff" /><Relationship Type="http://schemas.openxmlformats.org/officeDocument/2006/relationships/notesSlide" Target="/ppt/notesSlides/notesSlide69.xml" Id="R7f5b94c57f204825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cc491d0d04152" /><Relationship Type="http://schemas.openxmlformats.org/officeDocument/2006/relationships/notesSlide" Target="/ppt/notesSlides/notesSlide70.xml" Id="R56561d70b14d4059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96f99a1e047e4" /><Relationship Type="http://schemas.openxmlformats.org/officeDocument/2006/relationships/notesSlide" Target="/ppt/notesSlides/notesSlide71.xml" Id="Re9f924d5e6a848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8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008E9-C70F-4A8A-8C5E-D6DA2FAF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200">
            <a:off x="-2520" y="5094000"/>
            <a:ext cx="1219212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43D7A2-C684-4BB8-B922-4343A17A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80"/>
            <a:ext cx="1082016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729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CSE232  </a:t>
            </a:r>
            <a:r>
              <a:rPr sz="1729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시스템프로그래밍</a:t>
            </a:r>
            <a:r>
              <a:rPr sz="1729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(</a:t>
            </a:r>
            <a:r>
              <a:rPr sz="1729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캡스톤디자인</a:t>
            </a:r>
            <a:r>
              <a:rPr sz="1729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)</a:t>
            </a:r>
            <a:endParaRPr sz="1729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49151-CDC6-4C35-8ED1-A34000E4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280"/>
            <a:ext cx="1082016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50" b="0" u="none" strike="noStrike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5주차 두 번째 수업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73881-FE9C-42D1-9A1E-100A2A23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20"/>
            <a:ext cx="10820160" cy="169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465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시간과 시계</a:t>
            </a:r>
            <a:endParaRPr sz="4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465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경과 시간과 달력 시간</a:t>
            </a:r>
            <a:endParaRPr sz="4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F9854-F6B6-4EB3-9B38-C86C2444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760"/>
            <a:ext cx="1082016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50" b="0" u="none" strike="noStrike">
                <a:solidFill>
                  <a:srgbClr val="000000"/>
                </a:solidFill>
                <a:latin typeface="Noto Sans CJK KR"/>
                <a:ea typeface="Noto Sans CJK KR"/>
                <a:cs typeface="Noto Sans CJK KR"/>
              </a:rPr>
              <a:t>경민기</a:t>
            </a:r>
            <a:endParaRPr sz="19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03C72F-7B33-40FE-A5BB-12395643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6515280"/>
            <a:ext cx="9048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703bd51954a6e"/>
          <a:stretch xmlns:a="http://schemas.openxmlformats.org/drawingml/2006/main"/>
        </p:blipFill>
        <p:spPr>
          <a:xfrm xmlns:a="http://schemas.openxmlformats.org/drawingml/2006/main">
            <a:off x="9360000" y="5657760"/>
            <a:ext cx="2520000" cy="821520"/>
          </a:xfrm>
          <a:prstGeom xmlns:a="http://schemas.openxmlformats.org/drawingml/2006/main" prst="rect">
            <a:avLst/>
          </a:prstGeom>
          <a:ln xmlns:a="http://schemas.openxmlformats.org/drawingml/2006/main" w="38160">
            <a:noFill/>
          </a:ln>
        </p:spPr>
      </p:pic>
    </p:spTree>
    <p:extLst>
      <p:ext uri="{BB962C8B-B14F-4D97-AF65-F5344CB8AC3E}">
        <p14:creationId xmlns:p14="http://schemas.microsoft.com/office/powerpoint/2010/main" val="15146873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1B403-50AF-4B58-80AF-E770E99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수업 구성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5B470-7C5E-4873-8C1C-AD612492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15315-D9D0-4FB0-A593-B769C80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복습과 1부  달력 시간 · 30분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178D0-2777-478A-9C7E-F76DEA0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2부  경과 시간 · 25분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563FA-983D-46C7-9331-46DB7C8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3부  시간 기록 · 30분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38D81-B764-4E00-9339-FD693F6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4부  시계 선택과 함정 · 20분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F67EF-F5C1-4784-BED4-CA78D357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확인 퀴즈와 제출 · 5분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8791A-C621-4C42-88E4-957CED1F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120분 수업 · 1부 후 휴식 10분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61102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1B403-50AF-4B58-80AF-E770E99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왜 시간을 다루는가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5B470-7C5E-4873-8C1C-AD612492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15315-D9D0-4FB0-A593-B769C80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로그: 사건에 타임스탬프를 남겨 나중에 순서를 재구성한다.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178D0-2777-478A-9C7E-F76DEA0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측정: 코드가 얼마나 오래 걸리는지 초·밀리초로 잰다.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563FA-983D-46C7-9331-46DB7C8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판정: 타임아웃·만료·유효 기간을 시각과 비교한다.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38D81-B764-4E00-9339-FD693F6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정렬: 파일과 기록을 시각 순서로 세운다.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F67EF-F5C1-4784-BED4-CA78D357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지난 시간에 잠깐 본 CLK_TCK도 오늘 이야기로 이어집니다.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8791A-C621-4C42-88E4-957CED1F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61102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33AB6E-ED34-43DD-9F44-DC32C67F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1047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2B75C8-0E48-461C-9DFE-DF10B13E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160000"/>
            <a:ext cx="1097244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1부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달력 시간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0BE65F-D06C-4F18-A3C5-3840555B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6515280"/>
            <a:ext cx="9048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5FE015-97BD-4F6E-9A99-22E6C232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57444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999999"/>
                </a:solidFill>
                <a:latin typeface="Noto Sans CJK KR"/>
                <a:ea typeface="Noto Sans CJK KR"/>
                <a:cs typeface="Noto Sans CJK KR"/>
              </a:rPr>
              <a:t>time_t와 struct tm으로 시각을 다룹니다.</a:t>
            </a:r>
            <a:endParaRPr sz="2400" b="0" u="none" strike="noStrike">
              <a:solidFill>
                <a:srgbClr val="99999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12618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7F5919-67F5-4BA3-B45E-A88BB134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time(2)과 time_t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F98CB4F-5B2E-4C46-B009-0B626D95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54D616-B3F4-41E6-BD33-2D8F8B4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에포크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98DB3F-38E5-4375-A566-73787384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1970-01-01 00:00:00 UTC부터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지난 초 단위 정수다.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E82B6D-DA7C-48C3-8D2E-EC221AF6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time(&amp;t) / time(NULL)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EEA412-D88F-4430-AD55-51295B28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현재 시각의 time_t를 얻는다.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실패는 (time_t)-1이다.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5EDBC9-8CF6-4E19-BDFC-82F31253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difftime(3)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5E91B6-1CCA-4419-8F2D-CDB6367E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두 time_t의 차를 초 단위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실수로 돌려준다.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417AAC-1B94-4207-B3AB-E2F5F9F8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헤더: &lt;time.h&gt;. 초 단위 해상도입니다.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36628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calendar_demo: 시각 조회와 출력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time_t now = time(NULL);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if (now == (time_t)-1) { perror("time"); return 1;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struct tm *tm = localtime(&amp;now);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if (tm == NULL) { perror("localtime"); return 1;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char buf[64];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size_t n = strftime(buf, sizeof buf,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"%Y-%m-%d %H:%M:%S %Z", tm);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if (n == 0)             /* 버퍼가 작으면 0 */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printf("local=%s\n", buf);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C6152FD-7CEC-4E9E-87D9-5639D3BB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조회와 변환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5694EC-1159-4B71-910E-DE417262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time으로 초를 얻고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localtime으로 분해한다.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64B628B-A9CE-4E9E-8591-1941257F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문자열화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D37188-2019-408C-AFE4-A12085B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strftime이 tm을 사람이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읽는 시각으로 만든다.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2063C53-C8CF-48FF-A7A8-AD236E87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반환값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441E195-4CE9-4DF7-9DAF-B8AE526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time은 -1, localtime은 NULL,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strftime은 0이 실패다.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완성 예제: labs/class05-02/calendar_demo.c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date(1) 명령과 비교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$ date +%s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1790493335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$ date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2026. 09. 27. (일) 16:15:35 KST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$ date -u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Sun Sep 27 07:15:35 UTC 2026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# TZ 환경변수로 시간대를 바꿔 본다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$ TZ=Asia/Seoul date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2026. 09. 27. (일) 16:15:35 KST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$ TZ=UTC date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Sun Sep 27 07:15:35 UTC 2026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C6152FD-7CEC-4E9E-87D9-5639D3BB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date +%s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5694EC-1159-4B71-910E-DE417262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에포크 초를 그대로 출력한다.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calendar_demo의 epoch과 같다.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64B628B-A9CE-4E9E-8591-1941257F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TZ 환경변수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D37188-2019-408C-AFE4-A12085B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프로세스의 시간대를 정한다.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localtime이 이 값을 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2063C53-C8CF-48FF-A7A8-AD236E87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교차 확인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441E195-4CE9-4DF7-9DAF-B8AE526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같은 시각을 두 문으로 얻어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형식과 시간대를 확인한다.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출력 예시: 형식은 로캘에 따라 다릅니다.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7F5919-67F5-4BA3-B45E-A88BB134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struct tm과 변환 함수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F98CB4F-5B2E-4C46-B009-0B626D95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54D616-B3F4-41E6-BD33-2D8F8B4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localtime / gmtime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98DB3F-38E5-4375-A566-73787384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time_t를 지역·UTC 기준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struct tm으로 분해한다.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E82B6D-DA7C-48C3-8D2E-EC221AF6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mktime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EEA412-D88F-4430-AD55-51295B28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struct tm을 time_t로 되돌린다.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범위 밖 값은 정규화된다.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5EDBC9-8CF6-4E19-BDFC-82F31253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tm_mon은 0부터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5E91B6-1CCA-4419-8F2D-CDB6367E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0이 1월, 11이 12월이다.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tm_year는 1900년 기준 오프셋.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417AAC-1B94-4207-B3AB-E2F5F9F8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반환: struct tm 포인터, 실패 NULL.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36628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실습 1: 달력 시간 관찰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TZ=Asia/Seoul ./calendar_demo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TZ=UTC ./calendar_demo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./tm_normalize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# 같은 시각을 다른 문으로 확인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date; date -u; date +%s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C6152FD-7CEC-4E9E-87D9-5639D3BB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시간대 차이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5694EC-1159-4B71-910E-DE417262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Seoul과 UTC의 local 문자열이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정확히 9시간 차이인지 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64B628B-A9CE-4E9E-8591-1941257F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정규화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D37188-2019-408C-AFE4-A12085B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1월 32일·2월 29일이 mktime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뒤 어떻게 바뀌는지 적는다.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2063C53-C8CF-48FF-A7A8-AD236E87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교차 확인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441E195-4CE9-4DF7-9DAF-B8AE526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epoch 값이 date +%s와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같은 초인지 확인한다.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값을 예측한 뒤 REPORT.md에 기록합니다.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calendar_demo.c (1/6)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1  </a:t>
            </a:r>
            <a:r>
              <a:t>#include &lt;errno.h&gt;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2  </a:t>
            </a:r>
            <a:r>
              <a:t>#include &lt;stdio.h&gt;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3  </a:t>
            </a:r>
            <a:r>
              <a:t>#include &lt;time.h&gt;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L1–L3: perror·printf·시간 함수 헤더. 시간 API는 모두 &lt;time.h&gt;에 있다.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4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5  </a:t>
            </a:r>
            <a:r>
              <a:t>/* 달력 시간의 기본 흐름: time(2)으로 초를 얻고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6  </a:t>
            </a:r>
            <a:r>
              <a:t>   localtime·gmtime으로 struct tm을 만들어 strftime으로 문자열로 바꾼다. */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주석: 이 파일의 호출 흐름(조회→분해→문자열)을 먼저 적었다.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7  </a:t>
            </a:r>
            <a:r>
              <a:t>int main(int argc, char **argv)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main. 이 프로그램은 명령행 인자를 받지 않는다.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8  </a:t>
            </a: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9  </a:t>
            </a:r>
            <a:r>
              <a:t>    if (argc != 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10  </a:t>
            </a:r>
            <a:r>
              <a:t>        fprintf(stderr, "usage: %s\n", argv[0]);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11  </a:t>
            </a:r>
            <a:r>
              <a:t>        return 2;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12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L9–L12: 인자가 있으면 usage를 남기고 종료 상태 2. 관례상 2는 사용법 오류다.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labs/class05-02/calendar_demo.c · L1–L12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calendar_demo.c (2/6)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13  </a:t>
            </a:r>
            <a:r>
              <a:t>    time_t now = time(NULL);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time(NULL): 현재 시각을 에포크 초 time_t로 얻는다.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14  </a:t>
            </a:r>
            <a:r>
              <a:t>    if (now == (time_t)-1)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15  </a:t>
            </a:r>
            <a:r>
              <a:t>        perror("time");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16  </a:t>
            </a:r>
            <a:r>
              <a:t>        return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17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L14–L17: 실패는 (time_t)-1. perror가 errno를 문장으로 바꿔 준다.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18  </a:t>
            </a:r>
            <a:r>
              <a:t>    printf("epoch=%lld\n", (long long)now);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time_t의 크기는 시스템마다 다르므로 long long으로 바꿔 %lld로 찍는다.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19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20  </a:t>
            </a:r>
            <a:r>
              <a:t>    char buf[64];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시각 문자열 버퍼. 64바이트는 이 형식에 넉넉하다.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21  </a:t>
            </a:r>
            <a:r>
              <a:t>    struct tm *tm_local = localtime(&amp;now);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localtime: time_t를 지역 시간대 기준 struct tm으로 분해한다.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22  </a:t>
            </a:r>
            <a:r>
              <a:t>    if (tm_local == NULL)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23  </a:t>
            </a:r>
            <a:r>
              <a:t>        perror("localtime");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labs/class05-02/calendar_demo.c · L13–L23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calendar_demo.c (3/6)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24  </a:t>
            </a:r>
            <a:r>
              <a:t>        return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25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L22–L25: localtime 실패는 NULL. 구조체를 채운 뒤에만 포인터를 읽는다.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26  </a:t>
            </a:r>
            <a:r>
              <a:t>    if (strftime(buf, sizeof buf, "%Y-%m-%d %H:%M:%S %Z", tm_local) == 0)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27  </a:t>
            </a:r>
            <a:r>
              <a:t>        fprintf(stderr, "strftime: buffer too small\n");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28  </a:t>
            </a:r>
            <a:r>
              <a:t>        return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29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L26–L29: strftime 변환 실패는 0, 곧 버퍼 부족이다.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30  </a:t>
            </a:r>
            <a:r>
              <a:t>    printf("local=%s\n", buf);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완성된 지역 시각 문자열을 출력한다.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31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32  </a:t>
            </a:r>
            <a:r>
              <a:t>    struct tm *tm_utc = gmtime(&amp;now);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gmtime: 같은 분해를 UTC 기준으로 수행한다.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33  </a:t>
            </a:r>
            <a:r>
              <a:t>    if (tm_utc == NULL)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34  </a:t>
            </a:r>
            <a:r>
              <a:t>        perror("gmtime");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35  </a:t>
            </a:r>
            <a:r>
              <a:t>        return 1;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labs/class05-02/calendar_demo.c · L24–L35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calendar_demo.c (4/6)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36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L33–L36: gmtime 실패도 NULL로 검사한다.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37  </a:t>
            </a:r>
            <a:r>
              <a:t>    if (strftime(buf, sizeof buf, "%Y-%m-%d %H:%M:%S UTC", tm_utc) == 0)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38  </a:t>
            </a:r>
            <a:r>
              <a:t>        fprintf(stderr, "strftime: buffer too small\n");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39  </a:t>
            </a:r>
            <a:r>
              <a:t>        return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40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L37–L40: UTC 문자열도 같은 방식으로 만든다. %Z 대신 고정 표기를 붙인다.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41  </a:t>
            </a:r>
            <a:r>
              <a:t>    printf("utc=%s\n", buf);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UTC 시각 문자열 출력. TZ와 무관하다.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42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43  </a:t>
            </a:r>
            <a:r>
              <a:t>    /* difftime은 time_t끼리의 차를 초 단위 실수로 돌려준다.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44  </a:t>
            </a:r>
            <a:r>
              <a:t>       time(2)는 초 단위 해상도이므로 1.2초를 기다려 차이를 만든다. */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주석: difftime 구간. time(2)는 초 단위 해상도라 1.2초를 기다린다.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45  </a:t>
            </a:r>
            <a:r>
              <a:t>    struct timespec start, tick;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대기 시작을 단조 시계로 기록한다.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46  </a:t>
            </a:r>
            <a:r>
              <a:t>    if (clock_gettime(CLOCK_MONOTONIC, &amp;start) == -1) {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labs/class05-02/calendar_demo.c · L36–L46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calendar_demo.c (5/6)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47  </a:t>
            </a:r>
            <a:r>
              <a:t>        perror("clock_gettime");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48  </a:t>
            </a:r>
            <a:r>
              <a:t>        return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49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L46–L49: clock_gettime 실패는 -1. MONOTONIC은 거꾸로 가지 않는다.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50  </a:t>
            </a:r>
            <a:r>
              <a:t>    do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do-while: 조건을 뒤에서 검사하므로 판독을 최소 한 번은 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51  </a:t>
            </a:r>
            <a:r>
              <a:t>        if (clock_gettime(CLOCK_MONOTONIC, &amp;tick) == -1)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52  </a:t>
            </a:r>
            <a:r>
              <a:t>            perror("clock_gettime");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53  </a:t>
            </a:r>
            <a:r>
              <a:t>            return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54  </a:t>
            </a:r>
            <a:r>
              <a:t>    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L51–L54: 현재 판독을 다시 얻는다. 차는 같은 시계끼리만 낸다.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55  </a:t>
            </a:r>
            <a:r>
              <a:t>    } while ((tick.tv_sec - start.tv_sec) * 1000000000L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56  </a:t>
            </a:r>
            <a:r>
              <a:t>             + (tick.tv_nsec - start.tv_nsec) &lt; 1200000000L);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L55–L56: 나노초로 환산한 차가 1.2초에 닿으면 탈출한다.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57  </a:t>
            </a:r>
            <a:r>
              <a:t>    time_t later = time(NULL);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두 번째 time 판독. 첫 판독과 초 단위로 비교된다.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labs/class05-02/calendar_demo.c · L47–L57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calendar_demo.c (6/6)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58  </a:t>
            </a:r>
            <a:r>
              <a:t>    if (later == (time_t)-1)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59  </a:t>
            </a:r>
            <a:r>
              <a:t>        perror("time");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60  </a:t>
            </a:r>
            <a:r>
              <a:t>        return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61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L58–L61: 조회 실패 경로. L14–L17과 같은 계약이다.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62  </a:t>
            </a:r>
            <a:r>
              <a:t>    printf("difftime=%.1fs\n", difftime(later, now));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difftime: 두 time_t의 차를 초 단위 실수로 돌려준다.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63  </a:t>
            </a:r>
            <a:r>
              <a:t>    if (fflush(stdout) == EOF)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64  </a:t>
            </a:r>
            <a:r>
              <a:t>        perror("stdout");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65  </a:t>
            </a:r>
            <a:r>
              <a:t>        return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66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L63–L66: 출력 버퍼를 밀고 실패면 종료 상태 1. 관례상 1은 실행 실패다.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67  </a:t>
            </a:r>
            <a:r>
              <a:t>    return 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정상 종료 상태 0.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68  </a:t>
            </a:r>
            <a:r>
              <a:t>}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labs/class05-02/calendar_demo.c · L58–L68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tm_normalize.c (1/5)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1  </a:t>
            </a:r>
            <a:r>
              <a:t>#include &lt;errno.h&gt;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2  </a:t>
            </a:r>
            <a:r>
              <a:t>#include &lt;stdio.h&gt;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3  </a:t>
            </a:r>
            <a:r>
              <a:t>#include &lt;string.h&gt;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4  </a:t>
            </a:r>
            <a:r>
              <a:t>#include &lt;time.h&gt;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L1–L4: memset을 위해 string.h, 시간 함수를 위해 time.h를 포함한다.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5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6  </a:t>
            </a:r>
            <a:r>
              <a:t>/* struct tm을 직접 채워 mktime으로 정규화한다.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7  </a:t>
            </a:r>
            <a:r>
              <a:t>   tm_mon은 0부터 센다: 0이 1월, 11이 12월이다. */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주석: 이 프로그램이 관찰하는 함정(tm_mon 0 기반)을 먼저 적었다.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8  </a:t>
            </a:r>
            <a:r>
              <a:t>static int normalize(const char *label, int year, int mon, int mday)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정규화 실험 하나를 수행하는 함수. 라벨과 연·월·일을 받는다.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9  </a:t>
            </a: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10  </a:t>
            </a:r>
            <a:r>
              <a:t>    struct tm tm_in;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11  </a:t>
            </a:r>
            <a:r>
              <a:t>    memset(&amp;tm_in, 0, sizeof tm_in);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L10–L11: struct tm을 만들고 memset으로 0을 채워 쓰레기 값을 막는다.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12  </a:t>
            </a:r>
            <a:r>
              <a:t>    tm_in.tm_year = year - 1900;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tm_year는 1900년 기준 오프셋이다. 2026년은 126을 넣는다.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labs/class05-02/tm_normalize.c · L1–L12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tm_normalize.c (2/5)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13  </a:t>
            </a:r>
            <a:r>
              <a:t>    tm_in.tm_mon = mon;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tm_mon은 0부터 센다. 인자를 그대로 넣어 함정을 드러낸다.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14  </a:t>
            </a:r>
            <a:r>
              <a:t>    tm_in.tm_mday = mday;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tm_mday는 1부터 센다. 32처럼 범위 밖 값도 그대로 넣는다.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15  </a:t>
            </a:r>
            <a:r>
              <a:t>    tm_in.tm_hour = 12;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16  </a:t>
            </a:r>
            <a:r>
              <a:t>    tm_in.tm_min = 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17  </a:t>
            </a:r>
            <a:r>
              <a:t>    tm_in.tm_sec = 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L15–L17: 시·분·초를 정오로 고정한다. 자정 경계를 피하기 위해서다.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18  </a:t>
            </a:r>
            <a:r>
              <a:t>    tm_in.tm_isdst = -1;   /* 시스템이 서머타임 여부를 정하게 한다 */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tm_isdst=-1: 서머타임 여부를 mktime이 판단하게 맡긴다.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19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20  </a:t>
            </a:r>
            <a:r>
              <a:t>    printf("%s: %04d-%02d-%02d 입력 (tm_mon=%d)\n",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21  </a:t>
            </a:r>
            <a:r>
              <a:t>           label, year, mon + 1, mday, mon);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L20–L21: 입력을 먼저 찍는다. mon+1이 사람이 아는 월 번호다.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22  </a:t>
            </a:r>
            <a:r>
              <a:t>    time_t t = mktime(&amp;tm_in);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mktime: tm을 time_t로 바꾸며 범위 밖 필드를 정규화한다.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labs/class05-02/tm_normalize.c · L13–L22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tm_normalize.c (3/5)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23  </a:t>
            </a:r>
            <a:r>
              <a:t>    if (t == (time_t)-1)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24  </a:t>
            </a:r>
            <a:r>
              <a:t>        perror("mktime");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25  </a:t>
            </a:r>
            <a:r>
              <a:t>        return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26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L23–L26: 표현할 수 없는 시각이면 (time_t)-1로 실패한다.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27  </a:t>
            </a:r>
            <a:r>
              <a:t>    char buf[32];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28  </a:t>
            </a:r>
            <a:r>
              <a:t>    if (strftime(buf, sizeof buf, "%Y-%m-%d %H:%M:%S", &amp;tm_in) == 0)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29  </a:t>
            </a:r>
            <a:r>
              <a:t>        fprintf(stderr, "strftime: buffer too small\n");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30  </a:t>
            </a:r>
            <a:r>
              <a:t>        return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31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L27–L31: 정규화된 tm을 strftime으로 문자열로 만든다.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32  </a:t>
            </a:r>
            <a:r>
              <a:t>    static const char *const wday[] =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33  </a:t>
            </a:r>
            <a:r>
              <a:t>        {"일", "월", "화", "수", "목", "금", "토"};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L32–L33: 요일 이름표. tm_wday는 0이 일요일이다.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34  </a:t>
            </a:r>
            <a:r>
              <a:t>    printf("  mktime 결과 %s (%s요일, tm_wday=%d)\n",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35  </a:t>
            </a:r>
            <a:r>
              <a:t>           buf, wday[tm_in.tm_wday], tm_in.tm_wday);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L34–L35: 결과와 요일을 출력한다. mktime이 tm_wday까지 채웠다.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labs/class05-02/tm_normalize.c · L23–L35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tm_normalize.c (4/5)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36  </a:t>
            </a:r>
            <a:r>
              <a:t>    return 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이 함수의 성공은 0이다.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37  </a:t>
            </a:r>
            <a:r>
              <a:t>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38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39  </a:t>
            </a:r>
            <a:r>
              <a:t>int main(int argc, char **argv)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main. 실험 네 개를 차례로 호출한다.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40  </a:t>
            </a: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41  </a:t>
            </a:r>
            <a:r>
              <a:t>    if (argc != 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42  </a:t>
            </a:r>
            <a:r>
              <a:t>        fprintf(stderr, "usage: %s\n", argv[0]);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43  </a:t>
            </a:r>
            <a:r>
              <a:t>        return 2;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44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L41–L44: 인자 오류는 usage와 종료 상태 2.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45  </a:t>
            </a:r>
            <a:r>
              <a:t>    int status = 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실험별 실패를 모아 종료 상태에 반영한다.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46  </a:t>
            </a:r>
            <a:r>
              <a:t>    status |= normalize("1월 32일", 2026, 0, 32);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1월 32일: 2월 1일이 되는지 본다. tm_mon=0이 1월이다.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labs/class05-02/tm_normalize.c · L36–L46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tm_normalize.c (5/5)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47  </a:t>
            </a:r>
            <a:r>
              <a:t>    status |= normalize("12월 32일", 2026, 11, 32);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12월 32일: 다음 해 1월 1일로 넘어간다. 연도 넘김도 정규화가 처리한다.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48  </a:t>
            </a:r>
            <a:r>
              <a:t>    status |= normalize("2025-02-29", 2025, 1, 29);   /* 평년 2월 29일 */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평년 2025-02-29는 3월 1일이 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49  </a:t>
            </a:r>
            <a:r>
              <a:t>    status |= normalize("2024-02-29", 2024, 1, 29);   /* 윤년 2월 29일 */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윤년 2024-02-29는 그대로 살아 있다.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50  </a:t>
            </a:r>
            <a:r>
              <a:t>    if (fflush(stdout) == EOF)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51  </a:t>
            </a:r>
            <a:r>
              <a:t>        perror("stdout");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52  </a:t>
            </a:r>
            <a:r>
              <a:t>        return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53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L50–L53: stdout flush를 확인한다.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54  </a:t>
            </a:r>
            <a:r>
              <a:t>    return status;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한 번이라도 실패했으면 0이 아닌 상태가 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55  </a:t>
            </a:r>
            <a:r>
              <a:t>}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labs/class05-02/tm_normalize.c · L47–L55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33AB6E-ED34-43DD-9F44-DC32C67F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1047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2B75C8-0E48-461C-9DFE-DF10B13E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160000"/>
            <a:ext cx="1097244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2부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경과 시간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0BE65F-D06C-4F18-A3C5-3840555B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6515280"/>
            <a:ext cx="9048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5FE015-97BD-4F6E-9A99-22E6C232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57444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999999"/>
                </a:solidFill>
                <a:latin typeface="Noto Sans CJK KR"/>
                <a:ea typeface="Noto Sans CJK KR"/>
                <a:cs typeface="Noto Sans CJK KR"/>
              </a:rPr>
              <a:t>clock_gettime과 단조 시계로 흐름을 잽니다.</a:t>
            </a:r>
            <a:endParaRPr sz="2400" b="0" u="none" strike="noStrike">
              <a:solidFill>
                <a:srgbClr val="99999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126187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7F5919-67F5-4BA3-B45E-A88BB134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clock_gettime(2)과 struct timespec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F98CB4F-5B2E-4C46-B009-0B626D95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54D616-B3F4-41E6-BD33-2D8F8B4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struct timespec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98DB3F-38E5-4375-A566-73787384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tv_sec와 tv_nsec 필드로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초와 나노초를 함께 담는다.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E82B6D-DA7C-48C3-8D2E-EC221AF6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클럭 아이디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EEA412-D88F-4430-AD55-51295B28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CLOCK_REALTIME,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CLOCK_MONOTONIC 등을 고른다.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5EDBC9-8CF6-4E19-BDFC-82F31253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반환값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5E91B6-1CCA-4419-8F2D-CDB6367E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성공 0, 실패 -1이다.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없는 시계는 EINVAL이다.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417AAC-1B94-4207-B3AB-E2F5F9F8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헤더: &lt;time.h&gt;. CLOCK_* 상수도 같은 헤더입니다.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366281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1B403-50AF-4B58-80AF-E770E99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두 시계: REALTIME과 MONOTONIC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5B470-7C5E-4873-8C1C-AD612492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15315-D9D0-4FB0-A593-B769C80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CLOCK_REALTIME: 벽시계다. 달력 시각의 기준이고 NTP가 조금씩 수정한다.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178D0-2777-478A-9C7E-F76DEA0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CLOCK_MONOTONIC: 단조 시계다. 거꾸로 가지 않는다.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563FA-983D-46C7-9331-46DB7C8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REALTIME은 과거로 점프할 수 있다: 측정에 쓰면 음수 간격이 나온다.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38D81-B764-4E00-9339-FD693F6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MONOTONIC의 기준점은 부팅 이후라 시각 표시에는 못 쓴다.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F67EF-F5C1-4784-BED4-CA78D357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측정은 MONOTONIC, 표시는 REALTIME이 오늘의 원칙이다.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8791A-C621-4C42-88E4-957CED1F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611021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timespec 차이 계산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static long long ts_ns(const struct timespec *ts)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return (long long)ts-&gt;tv_sec * 1000000000LL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 + ts-&gt;tv_nsec;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long long start = now_ns(CLOCK_MONOTONIC);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/* ... 재려는 코드 ... */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long long elapsed =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now_ns(CLOCK_MONOTONIC) - start;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printf("%lldns\n", elapsed);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C6152FD-7CEC-4E9E-87D9-5639D3BB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정수 환산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5694EC-1159-4B71-910E-DE417262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초·나노초를 나노초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정수 하나로 합친다.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64B628B-A9CE-4E9E-8591-1941257F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정수 뺄셈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D37188-2019-408C-AFE4-A12085B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double 없이 빼므로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오차가 생기지 않는다.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2063C53-C8CF-48FF-A7A8-AD236E87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표시 환산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441E195-4CE9-4DF7-9DAF-B8AE526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밀리초는 1e6으로 나눠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표시할 때만 바꾼다.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완성 예제: elapsed_demo.c의 ts_ns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7F5919-67F5-4BA3-B45E-A88BB134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elapsed_demo: 측정 흐름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F98CB4F-5B2E-4C46-B009-0B626D95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54D616-B3F4-41E6-BD33-2D8F8B4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시작·끝 기록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98DB3F-38E5-4375-A566-73787384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작업 앞뒤로 MONOTONIC을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읽어 차를 구한다.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E82B6D-DA7C-48C3-8D2E-EC221AF6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반복 측정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EEA412-D88F-4430-AD55-51295B28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5번 재고 min·median·max로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노이즈를 가른다.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5EDBC9-8CF6-4E19-BDFC-82F31253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워밍업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5E91B6-1CCA-4419-8F2D-CDB6367E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첫 측정 전에 한 번 돌려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캐시 효과를 줄인다.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417AAC-1B94-4207-B3AB-E2F5F9F8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완성 예제: elapsed_demo.c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366281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1B403-50AF-4B58-80AF-E770E99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정밀도와 함정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5B470-7C5E-4873-8C1C-AD612492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15315-D9D0-4FB0-A593-B769C80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해상도와 정밀도는 다르다: 나노초 필드가 있어도 실제 오차는 더 크다.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178D0-2777-478A-9C7E-F76DEA0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측정 자체도 시간을 쓴다: clock_gettime 호출 비용이 결과에 섞인다.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563FA-983D-46C7-9331-46DB7C8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계산은 정수 나노초로, 나눗셈은 표시할 때만 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38D81-B764-4E00-9339-FD693F6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clock_getres로 시계의 해상도를 조회할 수 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F67EF-F5C1-4784-BED4-CA78D357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한 번의 측정보다 여러 번의 최솟값이 안정적이다.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8791A-C621-4C42-88E4-957CED1F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611021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7F5919-67F5-4BA3-B45E-A88BB134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반복 측정과 노이즈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F98CB4F-5B2E-4C46-B009-0B626D95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54D616-B3F4-41E6-BD33-2D8F8B4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한 번 측정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98DB3F-38E5-4375-A566-73787384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스케줄·캐시·인터럽트가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값을 흔든다.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E82B6D-DA7C-48C3-8D2E-EC221AF6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다섯 번 측정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EEA412-D88F-4430-AD55-51295B28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min은 최상 조건,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median은 전형적인 값이다.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5EDBC9-8CF6-4E19-BDFC-82F31253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비교 기준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5E91B6-1CCA-4419-8F2D-CDB6367E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개선 전후는 같은 조건의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같은 통계값끼리 비교한다.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417AAC-1B94-4207-B3AB-E2F5F9F8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366281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실습 2: 경과 시간 측정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./elapsed_demo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./elapsed_demo --clocks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./clock_show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# 나노초를 밀리초로 환산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python3 -c 'print(3492000/1e6, "ms")'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C6152FD-7CEC-4E9E-87D9-5639D3BB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측정 값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5694EC-1159-4B71-910E-DE417262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run1..run5의 ns 값과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min·median을 적는다.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64B628B-A9CE-4E9E-8591-1941257F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시계 비교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D37188-2019-408C-AFE4-A12085B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--clocks로 REALTIME과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MONOTONIC의 now·res를 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2063C53-C8CF-48FF-A7A8-AD236E87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기준 차이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441E195-4CE9-4DF7-9DAF-B8AE526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REALTIME now는 에포크 초,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MONOTONIC now는 부팅 후 초다.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값을 예측한 뒤 REPORT.md에 기록합니다.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elapsed_demo.c (1/9)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1  </a:t>
            </a:r>
            <a:r>
              <a:t>#include &lt;errno.h&gt;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2  </a:t>
            </a:r>
            <a:r>
              <a:t>#include &lt;stdio.h&gt;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3  </a:t>
            </a:r>
            <a:r>
              <a:t>#include &lt;stdlib.h&gt;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4  </a:t>
            </a:r>
            <a:r>
              <a:t>#include &lt;string.h&gt;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5  </a:t>
            </a:r>
            <a:r>
              <a:t>#include &lt;time.h&gt;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L1–L5: qsort를 위해 stdlib.h가 필요하다.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6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7  </a:t>
            </a:r>
            <a:r>
              <a:t>/* timespec을 나노초 정수로 바꾸고 빼기를 정수로 처리한다. */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주석: 이 파일의 계약, timespec을 나노초 정수로 다룬다.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8  </a:t>
            </a:r>
            <a:r>
              <a:t>static long long ts_ns(const struct timespec *ts)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timespec을 나노초 정수 하나로 바꾸는 도우미 함수.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9  </a:t>
            </a: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10  </a:t>
            </a:r>
            <a:r>
              <a:t>    return (long long)ts-&gt;tv_sec * 1000000000LL + ts-&gt;tv_nsec;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초에 10^9를 곱해 나노초를 더한다. long long으로 오버플로를 피한다.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11  </a:t>
            </a:r>
            <a:r>
              <a:t>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12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13  </a:t>
            </a:r>
            <a:r>
              <a:t>static long long now_ns(clockid_t clock)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지정한 시계의 현재값을 나노초로 돌려주는 래퍼.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labs/class05-02/elapsed_demo.c · L1–L13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elapsed_demo.c (2/9)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14  </a:t>
            </a: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15  </a:t>
            </a:r>
            <a:r>
              <a:t>    struct timespec ts;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판독 결과를 담는 지역 timespec.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16  </a:t>
            </a:r>
            <a:r>
              <a:t>    if (clock_gettime(clock, &amp;ts) == -1)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17  </a:t>
            </a:r>
            <a:r>
              <a:t>        perror("clock_gettime");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18  </a:t>
            </a:r>
            <a:r>
              <a:t>        exit(1);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19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L16–L19: clock_gettime 실패는 -1. 조회 프로그램이므로 바로 종료한다.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20  </a:t>
            </a:r>
            <a:r>
              <a:t>    return ts_ns(&amp;ts);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성공하면 나노초 값을 돌려준다.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21  </a:t>
            </a:r>
            <a:r>
              <a:t>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22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23  </a:t>
            </a:r>
            <a:r>
              <a:t>static int cmp_ll(const void *a, const void *b)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qsort가 쓸 비교 함수, long long 두 개의 대소 판정.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24  </a:t>
            </a: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25  </a:t>
            </a:r>
            <a:r>
              <a:t>    long long x = *(const long long *)a, y = *(const long long *)b;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void 포인터를 long long으로 되돌려 읽는다.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labs/class05-02/elapsed_demo.c · L14–L25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elapsed_demo.c (3/9)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26  </a:t>
            </a:r>
            <a:r>
              <a:t>    return x &lt; y ? -1 : x &gt; y;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x&lt;y면 -1, x&gt;y면 1, 같으면 0을 돌려준다.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27  </a:t>
            </a:r>
            <a:r>
              <a:t>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28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29  </a:t>
            </a:r>
            <a:r>
              <a:t>/* 재지정 불가 작업량: volatile 배열을 여러 번 훑는다. */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주석: 작업량을 재지정 불가능하게 만드는 이유를 적었다.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30  </a:t>
            </a:r>
            <a:r>
              <a:t>static long long workload(void)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측정 대상 작업 함수.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31  </a:t>
            </a: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32  </a:t>
            </a:r>
            <a:r>
              <a:t>    static volatile int a[1000000];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static volatile 배열. volatile이라 컴파일러가 반복을 지우지 못한다.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33  </a:t>
            </a:r>
            <a:r>
              <a:t>    long long sum = 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누산기. 결과를 반환해 최적화를 막는다.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34  </a:t>
            </a:r>
            <a:r>
              <a:t>    for (int pass = 0; pass &lt; 4; ++pass)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35  </a:t>
            </a:r>
            <a:r>
              <a:t>        for (int i = 0; i &lt; 1000000; ++i)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36  </a:t>
            </a:r>
            <a:r>
              <a:t>            sum += a[i] + i;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L34–L36: 100만 개 배열을 네 번 훑는 밀리초 안팎의 작업이다.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labs/class05-02/elapsed_demo.c · L26–L36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elapsed_demo.c (4/9)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37  </a:t>
            </a:r>
            <a:r>
              <a:t>    return sum;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합을 돌려준다.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38  </a:t>
            </a:r>
            <a:r>
              <a:t>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39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40  </a:t>
            </a:r>
            <a:r>
              <a:t>static void spin_ns(long long ns)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약속한 나노초만큼 바쁘게 기다리는 도우미.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41  </a:t>
            </a: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42  </a:t>
            </a:r>
            <a:r>
              <a:t>    long long start = now_ns(CLOCK_MONOTONIC);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시작 판독.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43  </a:t>
            </a:r>
            <a:r>
              <a:t>    while (now_ns(CLOCK_MONOTONIC) - start &lt; ns)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44  </a:t>
            </a:r>
            <a:r>
              <a:t>        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L43–L44: 경과가 목표에 닿을 때까지 빈 몸통 반복을 돈다.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45  </a:t>
            </a:r>
            <a:r>
              <a:t>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46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47  </a:t>
            </a:r>
            <a:r>
              <a:t>static void show_clock(const char *name, clockid_t clock)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시계 하나를 조사해 한 줄 출력하는 함수.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48  </a:t>
            </a:r>
            <a:r>
              <a:t>{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labs/class05-02/elapsed_demo.c · L37–L48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elapsed_demo.c (5/9)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49  </a:t>
            </a:r>
            <a:r>
              <a:t>    struct timespec now, res;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현재값과 해상도를 담는 timespec 두 개.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50  </a:t>
            </a:r>
            <a:r>
              <a:t>    if (clock_gettime(clock, &amp;now) == -1)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51  </a:t>
            </a:r>
            <a:r>
              <a:t>        printf("%-24s unsupported (%s)\n", name, strerror(errno));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52  </a:t>
            </a:r>
            <a:r>
              <a:t>        return;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L50–L52: 값 조회 실패는 미지원. 표시하고 계속한다(0 반환).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53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54  </a:t>
            </a:r>
            <a:r>
              <a:t>    if (clock_getres(clock, &amp;res) == -1)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55  </a:t>
            </a:r>
            <a:r>
              <a:t>        perror("clock_getres");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56  </a:t>
            </a:r>
            <a:r>
              <a:t>        exit(1);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57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L54–L57: 해상도 조회 실패는 이 프로그램에서 치명적으로 보고 종료 1.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58  </a:t>
            </a:r>
            <a:r>
              <a:t>    printf("%-24s now=%lld.%09ld res=%ld.%09ld\n", name,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59  </a:t>
            </a:r>
            <a:r>
              <a:t>           (long long)now.tv_sec, now.tv_nsec,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60  </a:t>
            </a:r>
            <a:r>
              <a:t>           (long)res.tv_sec, res.tv_nsec);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L58–L60: 이름·now·res를 한 줄로 찍는다. %-24s가 표의 열을 맞춘다.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61  </a:t>
            </a:r>
            <a:r>
              <a:t>}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labs/class05-02/elapsed_demo.c · L49–L61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elapsed_demo.c (6/9)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62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63  </a:t>
            </a:r>
            <a:r>
              <a:t>int main(int argc, char **argv)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main. 측정 모드와 --clocks 모드를 나눈다.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64  </a:t>
            </a: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65  </a:t>
            </a:r>
            <a:r>
              <a:t>    int clocks_only = argc == 2 &amp;&amp; strcmp(argv[1], "--clocks") == 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--clocks가 인자로 정확히 하나 왔는지 기록한다.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66  </a:t>
            </a:r>
            <a:r>
              <a:t>    if (!(argc == 1 || clocks_only))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67  </a:t>
            </a:r>
            <a:r>
              <a:t>        fprintf(stderr, "usage: %s [--clocks]\n", argv[0]);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68  </a:t>
            </a:r>
            <a:r>
              <a:t>        return 2;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69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L66–L69: 그 외 인자 조합은 usage와 종료 상태 2.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70  </a:t>
            </a:r>
            <a:r>
              <a:t>    if (clocks_only)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--clocks 모드 진입.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71  </a:t>
            </a:r>
            <a:r>
              <a:t>        show_clock("CLOCK_REALTIME", CLOCK_REALTIME);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표준 벽시계를 찍는다.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72  </a:t>
            </a:r>
            <a:r>
              <a:t>        show_clock("CLOCK_MONOTONIC", CLOCK_MONOTONIC);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표준 단조 시계를 찍는다.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labs/class05-02/elapsed_demo.c · L62–L72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elapsed_demo.c (7/9)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73  </a:t>
            </a:r>
            <a:r>
              <a:t>#ifdef CLOCK_MONOTONIC_RAW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74  </a:t>
            </a:r>
            <a:r>
              <a:t>        show_clock("CLOCK_MONOTONIC_RAW", CLOCK_MONOTONIC_RAW);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75  </a:t>
            </a:r>
            <a:r>
              <a:t>#endif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L73–L75: RAW 시계는 매크로가 정의되어 있을 때만 컴파일된다.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76  </a:t>
            </a:r>
            <a:r>
              <a:t>#ifdef CLOCK_PROCESS_CPUTIME_ID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77  </a:t>
            </a:r>
            <a:r>
              <a:t>        show_clock("CLOCK_PROCESS_CPUTIME_ID", CLOCK_PROCESS_CPUTIME_ID);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78  </a:t>
            </a:r>
            <a:r>
              <a:t>#endif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L76–L78: 프로세스 CPU 시계도 조건부 컴파일이다.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79  </a:t>
            </a:r>
            <a:r>
              <a:t>        if (fflush(stdout) == EOF)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80  </a:t>
            </a:r>
            <a:r>
              <a:t>            perror("stdout");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81  </a:t>
            </a:r>
            <a:r>
              <a:t>            return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82  </a:t>
            </a:r>
            <a:r>
              <a:t>    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83  </a:t>
            </a:r>
            <a:r>
              <a:t>        return 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L79–L83: flush를 확인하고 종료 상태 0으로 끝낸다.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84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85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86  </a:t>
            </a:r>
            <a:r>
              <a:t>    enum { RUNS = 5 };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측정 횟수 5를 enum 상수로 고정한다.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labs/class05-02/elapsed_demo.c · L73–L86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elapsed_demo.c (8/9)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87  </a:t>
            </a:r>
            <a:r>
              <a:t>    long long ns[RUNS];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측정값 배열.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88  </a:t>
            </a:r>
            <a:r>
              <a:t>    long long sink = 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최적화 방지용 누산기.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89  </a:t>
            </a:r>
            <a:r>
              <a:t>    spin_ns(2000000);   /* 워밍업: 첫 측정의 캐시 효과를 줄인다 */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2ms 워밍업, 첫 측정의 캐시·페이지 효과를 줄인다.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90  </a:t>
            </a:r>
            <a:r>
              <a:t>    for (int i = 0; i &lt; RUNS; ++i)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측정 반복문.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91  </a:t>
            </a:r>
            <a:r>
              <a:t>        long long start = now_ns(CLOCK_MONOTONIC);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시작 판독.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92  </a:t>
            </a:r>
            <a:r>
              <a:t>        sink += workload();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작업 실행. 반환값을 sink에 더해 지워지지 않게 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93  </a:t>
            </a:r>
            <a:r>
              <a:t>        ns[i] = now_ns(CLOCK_MONOTONIC) - start;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끝 판독과의 차가 이 번의 측정값이다.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94  </a:t>
            </a:r>
            <a:r>
              <a:t>        printf("run%d=%lldns\n", i + 1, ns[i]);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측정값을 즉시 인쇄한다.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labs/class05-02/elapsed_demo.c · L87–L94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elapsed_demo.c (9/9)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95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다섯 값을 오름차순 정렬한다.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96  </a:t>
            </a:r>
            <a:r>
              <a:t>    qsort(ns, RUNS, sizeof ns[0], cmp_ll);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97  </a:t>
            </a:r>
            <a:r>
              <a:t>    printf("min=%lldns median=%lldns max=%lldns sink=%lld\n",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98  </a:t>
            </a:r>
            <a:r>
              <a:t>           ns[0], ns[RUNS / 2], ns[RUNS - 1], sink);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L96–L98: 정렬 뒤 첫 값=min, 가운데=median, 끝=max다.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99  </a:t>
            </a:r>
            <a:r>
              <a:t>    if (fflush(stdout) == EOF)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100  </a:t>
            </a:r>
            <a:r>
              <a:t>        perror("stdout");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101  </a:t>
            </a:r>
            <a:r>
              <a:t>        return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102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L99–L102: flush를 확인한다.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103  </a:t>
            </a:r>
            <a:r>
              <a:t>    return 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정상 종료 상태 0.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104  </a:t>
            </a:r>
            <a:r>
              <a:t>}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labs/class05-02/elapsed_demo.c · L95–L104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33AB6E-ED34-43DD-9F44-DC32C67F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1047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2B75C8-0E48-461C-9DFE-DF10B13E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160000"/>
            <a:ext cx="1097244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3부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시간 기록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0BE65F-D06C-4F18-A3C5-3840555B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6515280"/>
            <a:ext cx="9048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5FE015-97BD-4F6E-9A99-22E6C232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57444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999999"/>
                </a:solidFill>
                <a:latin typeface="Noto Sans CJK KR"/>
                <a:ea typeface="Noto Sans CJK KR"/>
                <a:cs typeface="Noto Sans CJK KR"/>
              </a:rPr>
              <a:t>타임스탬프 로그로 사건을 남깁니다.</a:t>
            </a:r>
            <a:endParaRPr sz="2400" b="0" u="none" strike="noStrike">
              <a:solidFill>
                <a:srgbClr val="99999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1261875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7F5919-67F5-4BA3-B45E-A88BB134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로그 한 줄의 설계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F98CB4F-5B2E-4C46-B009-0B626D95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54D616-B3F4-41E6-BD33-2D8F8B4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달력 시각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98DB3F-38E5-4375-A566-73787384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사건의 절대 시각이다.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다른 기록과 비교할 수 있다.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E82B6D-DA7C-48C3-8D2E-EC221AF6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경과 시간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EEA412-D88F-4430-AD55-51295B28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프로그램 시작부터의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흐름과 간격이 바로 보인다.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5EDBC9-8CF6-4E19-BDFC-82F31253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메시지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5E91B6-1CCA-4419-8F2D-CDB6367E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무엇이 일어났는지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사람이 읽는 한 줄이다.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417AAC-1B94-4207-B3AB-E2F5F9F8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366281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tslog: 로그 한 줄 쓰기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static int log_line(FILE *out, const char *message)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time_t now = time(NULL);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struct tm *tm = localtime(&amp;now);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char stamp[32];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strftime(stamp, sizeof stamp,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     "%Y-%m-%d %H:%M:%S %Z", tm);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struct timespec mono;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clock_gettime(CLOCK_MONOTONIC, &amp;mono);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double elapsed =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(double)(ts_ns(&amp;mono) - ts_ns(&amp;start)) / 1e9;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fprintf(out, "%s +%07.4fs %s\n",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    stamp, elapsed, message);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return fflush(out) == EOF ? -1 :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C6152FD-7CEC-4E9E-87D9-5639D3BB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두 시간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5694EC-1159-4B71-910E-DE417262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strftime 달력 시각과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MONOTONIC 경과를 남긴다.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64B628B-A9CE-4E9E-8591-1941257F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한 줄 조립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D37188-2019-408C-AFE4-A12085B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fprintf 하나가 로그 한 줄이다.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줄바꿈까지 직접 넣는다.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2063C53-C8CF-48FF-A7A8-AD236E87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즉시 flush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441E195-4CE9-4DF7-9DAF-B8AE526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fflush로 밀어 비정상 종료에도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줄이 남게 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완성 예제: tslog.c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로그 파일과 버퍼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FILE *out = fopen("run.log", "a");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if (out == NULL)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perror("fopen");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if (log_line(out, "start") == -1)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/* "a"는 파일 끝에 붙인다.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이전 실행의 기록이 사라지지 않는다. */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if (fclose(out) == EOF)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perror("fclose");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C6152FD-7CEC-4E9E-87D9-5639D3BB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추가 모드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5694EC-1159-4B71-910E-DE417262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"a"는 파일 끝에 붙인다.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"w"는 매번 비운다.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64B628B-A9CE-4E9E-8591-1941257F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버퍼링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D37188-2019-408C-AFE4-A12085B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stdio는 모아서 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로그는 줄마다 fflush한다.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2063C53-C8CF-48FF-A7A8-AD236E87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닫기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441E195-4CE9-4DF7-9DAF-B8AE526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fclose도 실패할 수 있다.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반환값을 확인한다.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완성 예제: tslog.c의 -o 옵션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1B403-50AF-4B58-80AF-E770E99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로그에서 시간의 역할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5B470-7C5E-4873-8C1C-AD612492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15315-D9D0-4FB0-A593-B769C80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순서: 두 사건 중 어느 것이 먼저였는지 타임스탬프로 재구성한다.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178D0-2777-478A-9C7E-F76DEA0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간격: 경과 시간의 차로 각 단계가 얼마나 걸렸는지 잰다.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563FA-983D-46C7-9331-46DB7C8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병합: 다른 프로그램의 로그와 달력 시각으로 시선을 맞춘다.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38D81-B764-4E00-9339-FD693F6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로그는 붙이기만 한다: 고치지 않고 이어 쓴다.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F67EF-F5C1-4784-BED4-CA78D357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로그의 가치는 나중에 원인을 찾을 때 나온다.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8791A-C621-4C42-88E4-957CED1F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6110212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7F5919-67F5-4BA3-B45E-A88BB134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두 시간을 함께 남기는 이유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F98CB4F-5B2E-4C46-B009-0B626D95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54D616-B3F4-41E6-BD33-2D8F8B4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달력 시각만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98DB3F-38E5-4375-A566-73787384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다른 기록과 비교는 되지만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짧은 간격이 잘 보이지 않는다.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E82B6D-DA7C-48C3-8D2E-EC221AF6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경과 시간만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EEA412-D88F-4430-AD55-51295B28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간격은 보이지만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절대 시점을 모른다.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5EDBC9-8CF6-4E19-BDFC-82F31253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둘 다 남긴다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5E91B6-1CCA-4419-8F2D-CDB6367E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언제와 얼마나를 한 줄에서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동시에 답한다.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417AAC-1B94-4207-B3AB-E2F5F9F8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3662811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tslog 실행 예시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$ TZ=Asia/Seoul ./tslog --demo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2026-09-27 16:15:35 KST +00.0004s start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2026-09-27 16:15:35 KST +00.0125s read config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2026-09-27 16:15:35 KST +00.0245s process data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2026-09-27 16:15:35 KST +00.0365s write result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2026-09-27 16:15:35 KST +00.0486s done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C6152FD-7CEC-4E9E-87D9-5639D3BB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간격 읽기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5694EC-1159-4B71-910E-DE417262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인접한 줄의 경과 차가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단계의 지속 시간이다.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64B628B-A9CE-4E9E-8591-1941257F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정렬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D37188-2019-408C-AFE4-A12085B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경과 시간은 단조 증가하므로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줄 순서가 곧 사건 순서다.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2063C53-C8CF-48FF-A7A8-AD236E87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형식 고정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441E195-4CE9-4DF7-9DAF-B8AE526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폭을 고정해 눈으로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줄을 맞출 수 있다.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출력 예시: 간격은 데모 설정 값입니다.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1B403-50AF-4B58-80AF-E770E99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시간을 잘못 쓰는 사례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5B470-7C5E-4873-8C1C-AD612492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15315-D9D0-4FB0-A593-B769C80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측정에 time(2) 쓰기: 초 단위라 짧은 작업이 0초로 잰다.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178D0-2777-478A-9C7E-F76DEA0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측정에 REALTIME 쓰기: 도중 시각이 수정되면 음수나 튄 값이 나온다.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563FA-983D-46C7-9331-46DB7C8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tm_mon을 1부터 세기: 3월을 고르려면 2를 넣어야 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38D81-B764-4E00-9339-FD693F6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시간대 없이 시각 남기기: 나중에 KST인지 UTC인지 알 수 없다.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F67EF-F5C1-4784-BED4-CA78D357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fflush 없이 남기기: 크래시 직전의 줄이 사라진다.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8791A-C621-4C42-88E4-957CED1F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6110212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실습 3: 로그 실행과 확인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TZ=Asia/Seoul ./tslog --demo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./tslog -o run.log --demo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./tslog -o run.log 'second run'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cat run.log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# read config와 process data의 간격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python3 -c 'print(24.5-12.5, "ms")'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C6152FD-7CEC-4E9E-87D9-5639D3BB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데모 실행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5694EC-1159-4B71-910E-DE417262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stderr 버전과 -o 파일 버전의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출력을 비교한다.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64B628B-A9CE-4E9E-8591-1941257F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추가 확인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D37188-2019-408C-AFE4-A12085B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같은 파일로 다시 실행해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줄이 이어지는지 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2063C53-C8CF-48FF-A7A8-AD236E87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간격 계산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441E195-4CE9-4DF7-9DAF-B8AE526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경과 시간 열로 각 단계의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지속 시간을 계산한다.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값을 예측한 뒤 REPORT.md에 기록합니다.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tslog.c (1/11)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1  </a:t>
            </a:r>
            <a:r>
              <a:t>#include &lt;errno.h&gt;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2  </a:t>
            </a:r>
            <a:r>
              <a:t>#include &lt;stdio.h&gt;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3  </a:t>
            </a:r>
            <a:r>
              <a:t>#include &lt;stdlib.h&gt;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4  </a:t>
            </a:r>
            <a:r>
              <a:t>#include &lt;string.h&gt;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5  </a:t>
            </a:r>
            <a:r>
              <a:t>#include &lt;time.h&gt;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L1–L5: 다섯 헤더. 시간 API는 &lt;time.h&gt;에 있다.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6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7  </a:t>
            </a:r>
            <a:r>
              <a:t>static struct timespec start;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프로그램 시작 판독(단조 시계)을 저장하는 전역 변수.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8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9  </a:t>
            </a:r>
            <a:r>
              <a:t>static long long ts_ns(const struct timespec *ts)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10  </a:t>
            </a: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11  </a:t>
            </a:r>
            <a:r>
              <a:t>    return (long long)ts-&gt;tv_sec * 1000000000LL + ts-&gt;tv_nsec;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L9–L11: timespec을 나노초로 환산하는 도우미. elapsed_demo와 같다.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12  </a:t>
            </a:r>
            <a:r>
              <a:t>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13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14  </a:t>
            </a:r>
            <a:r>
              <a:t>static void spin_ns(long long ns)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약속한 나노초만큼 바쁘게 기다리는 도우미 함수.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labs/class05-02/tslog.c · L1–L14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tslog.c (2/11)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15  </a:t>
            </a: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16  </a:t>
            </a:r>
            <a:r>
              <a:t>    struct timespec begin;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시작 판독을 담는 timespec.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17  </a:t>
            </a:r>
            <a:r>
              <a:t>    if (clock_gettime(CLOCK_MONOTONIC, &amp;begin) == -1)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18  </a:t>
            </a:r>
            <a:r>
              <a:t>        perror("clock_gettime");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19  </a:t>
            </a:r>
            <a:r>
              <a:t>        exit(1);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20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L17–L20: 시작 판독 실패는 즉시 종료다.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21  </a:t>
            </a:r>
            <a:r>
              <a:t>    struct timespec now;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반복용 현재 판독.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22  </a:t>
            </a:r>
            <a:r>
              <a:t>    do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23  </a:t>
            </a:r>
            <a:r>
              <a:t>        if (clock_gettime(CLOCK_MONOTONIC, &amp;now) == -1)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24  </a:t>
            </a:r>
            <a:r>
              <a:t>            perror("clock_gettime");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25  </a:t>
            </a:r>
            <a:r>
              <a:t>            exit(1);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26  </a:t>
            </a:r>
            <a:r>
              <a:t>    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L22–L26: 몸통에서 현재 판독을 얻는다. 실패 시 종료다.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27  </a:t>
            </a:r>
            <a:r>
              <a:t>    } while (ts_ns(&amp;now) - ts_ns(&amp;begin) &lt; ns);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두 판독의 나노초 차가 목표에 닿으면 탈출한다.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labs/class05-02/tslog.c · L15–L27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tslog.c (3/11)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28  </a:t>
            </a:r>
            <a:r>
              <a:t>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29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30  </a:t>
            </a:r>
            <a:r>
              <a:t>/* 로그 한 줄 = 달력 시각 + 경과 시간 + 메시지.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31  </a:t>
            </a:r>
            <a:r>
              <a:t>   쓴 뒤 곧바로 fflush해야 비정상 종료에도 줄이 남는다. */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주석: 로그 한 줄의 구성과 즉시 flush의 이유.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32  </a:t>
            </a:r>
            <a:r>
              <a:t>static int log_line(FILE *out, const char *message)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로그 한 줄을 기록하는 함수. 스트림과 메시지를 받는다.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33  </a:t>
            </a: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34  </a:t>
            </a:r>
            <a:r>
              <a:t>    time_t now = time(NULL);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달력 시각 판독.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35  </a:t>
            </a:r>
            <a:r>
              <a:t>    if (now == (time_t)-1)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36  </a:t>
            </a:r>
            <a:r>
              <a:t>        perror("time");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37  </a:t>
            </a:r>
            <a:r>
              <a:t>        return -1;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38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L35–L38: time 실패는 -1. 호출자에게 -1로 알린다.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39  </a:t>
            </a:r>
            <a:r>
              <a:t>    struct tm *tm = localtime(&amp;now);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지역 시간대 기준으로 분해한다.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labs/class05-02/tslog.c · L28–L39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tslog.c (4/11)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40  </a:t>
            </a:r>
            <a:r>
              <a:t>    if (tm == NULL)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41  </a:t>
            </a:r>
            <a:r>
              <a:t>        perror("localtime");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42  </a:t>
            </a:r>
            <a:r>
              <a:t>        return -1;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43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L40–L43: localtime 실패는 NULL이다.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44  </a:t>
            </a:r>
            <a:r>
              <a:t>    char stamp[32];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시각 문자열 버퍼.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45  </a:t>
            </a:r>
            <a:r>
              <a:t>    if (strftime(stamp, sizeof stamp, "%Y-%m-%d %H:%M:%S %Z", tm) == 0)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46  </a:t>
            </a:r>
            <a:r>
              <a:t>        fprintf(stderr, "strftime: buffer too small\n");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47  </a:t>
            </a:r>
            <a:r>
              <a:t>        return -1;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48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L45–L48: 형식 변환. 반환 0은 버퍼 부족이다.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49  </a:t>
            </a:r>
            <a:r>
              <a:t>    struct timespec mono;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경과 시간용 단조 시계 판독.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50  </a:t>
            </a:r>
            <a:r>
              <a:t>    if (clock_gettime(CLOCK_MONOTONIC, &amp;mono) == -1)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51  </a:t>
            </a:r>
            <a:r>
              <a:t>        perror("clock_gettime");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52  </a:t>
            </a:r>
            <a:r>
              <a:t>        return -1;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labs/class05-02/tslog.c · L40–L52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tslog.c (5/11)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53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L50–L53: 판독 실패도 -1이다.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54  </a:t>
            </a:r>
            <a:r>
              <a:t>    double elapsed = (double)(ts_ns(&amp;mono) - ts_ns(&amp;start)) / 1e9;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시작 시점과의 나노초 차를 1e9로 나눠 초로 만든다.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55  </a:t>
            </a:r>
            <a:r>
              <a:t>    if (fprintf(out, "%s +%07.4fs %s\n", stamp, elapsed, message) &lt; 0)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56  </a:t>
            </a:r>
            <a:r>
              <a:t>        return -1;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L55–L56: 로그 한 줄을 fprintf로 조립한다. 쓰기 실패도 -1이다.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57  </a:t>
            </a:r>
            <a:r>
              <a:t>    if (fflush(out) == EOF)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58  </a:t>
            </a:r>
            <a:r>
              <a:t>        return -1;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L57–L58: 즉시 fflush. 비정상 종료에도 줄이 남는다.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59  </a:t>
            </a:r>
            <a:r>
              <a:t>    return 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성공 0.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60  </a:t>
            </a:r>
            <a:r>
              <a:t>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61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62  </a:t>
            </a:r>
            <a:r>
              <a:t>int main(int argc, char **argv)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main. 옵션 해석, 메시지 결정, 기록의 순서다.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63  </a:t>
            </a:r>
            <a:r>
              <a:t>{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labs/class05-02/tslog.c · L53–L63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tslog.c (6/11)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64  </a:t>
            </a:r>
            <a:r>
              <a:t>    FILE *out = stderr;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기본 출력은 stderr다. 화면 로그는 표준 오류로 남긴다.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65  </a:t>
            </a:r>
            <a:r>
              <a:t>    int demo = 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--demo 여부.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66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67  </a:t>
            </a:r>
            <a:r>
              <a:t>    int i =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인자 읽기 시작 위치.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68  </a:t>
            </a:r>
            <a:r>
              <a:t>    while (i &lt; argc &amp;&amp; argv[i][0] == '-' &amp;&amp; argv[i][1] != '\0')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대시로 시작하는 옵션을 앞에서부터 읽는 반복문.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69  </a:t>
            </a:r>
            <a:r>
              <a:t>        if (strcmp(argv[i], "-o") == 0)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-o 옵션 처리 시작.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70  </a:t>
            </a:r>
            <a:r>
              <a:t>            if (i + 1 &gt;= argc || out != stderr)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71  </a:t>
            </a:r>
            <a:r>
              <a:t>                fprintf(stderr, "usage: %s [-o FILE] [--demo | MESSAGE...]\n",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72  </a:t>
            </a:r>
            <a:r>
              <a:t>                        argv[0]);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73  </a:t>
            </a:r>
            <a:r>
              <a:t>                return 2;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74  </a:t>
            </a:r>
            <a:r>
              <a:t>        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L70–L74: 파일 이름이 없거나 -o가 중복이면 usage 후 종료 2.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labs/class05-02/tslog.c · L64–L74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tslog.c (7/11)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75  </a:t>
            </a:r>
            <a:r>
              <a:t>            out = fopen(argv[i + 1], "a");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추가 모드로 연다. 이전 실행의 기록이 남는다.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76  </a:t>
            </a:r>
            <a:r>
              <a:t>            if (out == NULL)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77  </a:t>
            </a:r>
            <a:r>
              <a:t>                fprintf(stderr, "%s: %s\n", argv[i + 1], strerror(errno));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78  </a:t>
            </a:r>
            <a:r>
              <a:t>                return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79  </a:t>
            </a:r>
            <a:r>
              <a:t>        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L76–L79: fopen 실패는 NULL. 경로와 errno를 남기고 종료 1.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80  </a:t>
            </a:r>
            <a:r>
              <a:t>            i += 2;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-o와 파일 이름 두 칸을 소비한다.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81  </a:t>
            </a:r>
            <a:r>
              <a:t>        } else if (strcmp(argv[i], "--demo") == 0)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82  </a:t>
            </a:r>
            <a:r>
              <a:t>            demo =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83  </a:t>
            </a:r>
            <a:r>
              <a:t>            ++i;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L81–L83: --demo 플래그를 기록하고 한 칸 전진한다.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84  </a:t>
            </a:r>
            <a:r>
              <a:t>        } else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85  </a:t>
            </a:r>
            <a:r>
              <a:t>            break;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86  </a:t>
            </a:r>
            <a:r>
              <a:t>    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L84–L86: 모르는 대시 인자면 해석을 멈춘다. 이후는 메시지다.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labs/class05-02/tslog.c · L75–L86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tslog.c (8/11)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87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88  </a:t>
            </a:r>
            <a:r>
              <a:t>    static char *demo_messages[] = {"start", "read config", "process data",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89  </a:t>
            </a:r>
            <a:r>
              <a:t>                                    "write result", "done"};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L88–L89: 데모가 남길 다섯 메시지.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90  </a:t>
            </a:r>
            <a:r>
              <a:t>    char **messages;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91  </a:t>
            </a:r>
            <a:r>
              <a:t>    int nmsg = argc - i;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L90–L91: 메시지 배열 포인터와 개수.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92  </a:t>
            </a:r>
            <a:r>
              <a:t>    if (demo)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데모 모드 분기.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93  </a:t>
            </a:r>
            <a:r>
              <a:t>        if (nmsg != 0)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94  </a:t>
            </a:r>
            <a:r>
              <a:t>            fprintf(stderr, "usage: %s [-o FILE] [--demo | MESSAGE...]\n", argv[0]);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95  </a:t>
            </a:r>
            <a:r>
              <a:t>            if (out != stderr &amp;&amp; fclose(out) == EOF)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96  </a:t>
            </a:r>
            <a:r>
              <a:t>                perror("fclose");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97  </a:t>
            </a:r>
            <a:r>
              <a:t>            return 2;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98  </a:t>
            </a:r>
            <a:r>
              <a:t>    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L93–L98: 데모와 메시지가 함께 오면 usage. 열린 파일은 닫는다.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99  </a:t>
            </a:r>
            <a:r>
              <a:t>        messages = demo_messages;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labs/class05-02/tslog.c · L87–L99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tslog.c (9/11)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100  </a:t>
            </a:r>
            <a:r>
              <a:t>        nmsg = 5;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L99–L100: 데모 메시지로 교체하고 개수를 5로 정한다.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101  </a:t>
            </a:r>
            <a:r>
              <a:t>    } else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데모가 아니면 남은 인자가 곧 메시지다.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102  </a:t>
            </a:r>
            <a:r>
              <a:t>        messages = argv + i;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103  </a:t>
            </a:r>
            <a:r>
              <a:t>        if (nmsg == 0)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104  </a:t>
            </a:r>
            <a:r>
              <a:t>            fprintf(stderr, "usage: %s [-o FILE] [--demo | MESSAGE...]\n", argv[0]);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105  </a:t>
            </a:r>
            <a:r>
              <a:t>            if (out != stderr &amp;&amp; fclose(out) == EOF)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106  </a:t>
            </a:r>
            <a:r>
              <a:t>                perror("fclose");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107  </a:t>
            </a:r>
            <a:r>
              <a:t>            return 2;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108  </a:t>
            </a:r>
            <a:r>
              <a:t>    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L102–L108: 메시지가 없으면 usage 후 종료 2.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109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110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111  </a:t>
            </a:r>
            <a:r>
              <a:t>    if (clock_gettime(CLOCK_MONOTONIC, &amp;start) == -1)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112  </a:t>
            </a:r>
            <a:r>
              <a:t>        perror("clock_gettime");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113  </a:t>
            </a:r>
            <a:r>
              <a:t>        return 1;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labs/class05-02/tslog.c · L100–L113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tslog.c (10/11)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114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L111–L114: 시작 판독을 기록한다. 경과 시간 0의 기준점이다.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115  </a:t>
            </a:r>
            <a:r>
              <a:t>    int status = 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전체 실패 여부를 모으는 변수.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116  </a:t>
            </a:r>
            <a:r>
              <a:t>    for (int m = 0; m &lt; nmsg; ++m)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메시지별 기록 반복.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117  </a:t>
            </a:r>
            <a:r>
              <a:t>        if (log_line(out, messages[m]) == -1)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118  </a:t>
            </a:r>
            <a:r>
              <a:t>            fprintf(stderr, "log write failed\n");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119  </a:t>
            </a:r>
            <a:r>
              <a:t>            status =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120  </a:t>
            </a:r>
            <a:r>
              <a:t>            break;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121  </a:t>
            </a:r>
            <a:r>
              <a:t>    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L117–L121: 한 줄 기록 실패면 알리고 반복을 중단한다.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122  </a:t>
            </a:r>
            <a:r>
              <a:t>        if (m + 1 &lt; nmsg)   /* demo의 줄 사이에 약 12ms 간격을 만든다 */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123  </a:t>
            </a:r>
            <a:r>
              <a:t>            spin_ns(12000000);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L122–L123: 마지막 줄이 아니면 12ms 간격을 만든다.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124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125  </a:t>
            </a:r>
            <a:r>
              <a:t>    if (out != stderr)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파일로 남기는 경우의 정리.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labs/class05-02/tslog.c · L114–L125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tslog.c (11/11)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126  </a:t>
            </a:r>
            <a:r>
              <a:t>        if (fclose(out) == EOF)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127  </a:t>
            </a:r>
            <a:r>
              <a:t>            perror("fclose");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128  </a:t>
            </a:r>
            <a:r>
              <a:t>            status =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129  </a:t>
            </a:r>
            <a:r>
              <a:t>    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L126–L129: fclose도 실패할 수 있다. 상태에 반영한다.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130  </a:t>
            </a:r>
            <a:r>
              <a:t>    } else if (fflush(stderr) == EOF)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131  </a:t>
            </a:r>
            <a:r>
              <a:t>        perror("stderr");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132  </a:t>
            </a:r>
            <a:r>
              <a:t>        status =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133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L130–L133: stderr 출력인 경우 flush를 확인한다.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134  </a:t>
            </a:r>
            <a:r>
              <a:t>    return status;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모은 실패 여부를 종료 상태로 돌려준다.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135  </a:t>
            </a:r>
            <a:r>
              <a:t>}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labs/class05-02/tslog.c · L126–L135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33AB6E-ED34-43DD-9F44-DC32C67F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1047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2B75C8-0E48-461C-9DFE-DF10B13E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160000"/>
            <a:ext cx="1097244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4부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시계 선택과 함정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0BE65F-D06C-4F18-A3C5-3840555B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6515280"/>
            <a:ext cx="9048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5FE015-97BD-4F6E-9A99-22E6C232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57444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999999"/>
                </a:solidFill>
                <a:latin typeface="Noto Sans CJK KR"/>
                <a:ea typeface="Noto Sans CJK KR"/>
                <a:cs typeface="Noto Sans CJK KR"/>
              </a:rPr>
              <a:t>목적에 따라 시계를 고르고 남은 함정을 확인합니다.</a:t>
            </a:r>
            <a:endParaRPr sz="2400" b="0" u="none" strike="noStrike">
              <a:solidFill>
                <a:srgbClr val="99999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1261875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1B403-50AF-4B58-80AF-E770E99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벽시계가 거꾸로 가는 경우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5B470-7C5E-4873-8C1C-AD612492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15315-D9D0-4FB0-A593-B769C80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NTP가 시각을 과거 방향으로 보정할 수 있다: REALTIME 값이 줄어든다.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178D0-2777-478A-9C7E-F76DEA0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관리자가 직접 시각을 고치면 같은 일이 생긴다.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563FA-983D-46C7-9331-46DB7C8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가상 머신의 일시정지·이동도 벽시계를 점프시킨다.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38D81-B764-4E00-9339-FD693F6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그래서 간격 측정에는 MONOTONIC을 쓴다.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F67EF-F5C1-4784-BED4-CA78D357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달력 시각 표시에는 여전히 REALTIME이 필요하다.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8791A-C621-4C42-88E4-957CED1F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6110212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7F5919-67F5-4BA3-B45E-A88BB134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정밀도와 단위 선택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F98CB4F-5B2E-4C46-B009-0B626D95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54D616-B3F4-41E6-BD33-2D8F8B4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초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98DB3F-38E5-4375-A566-73787384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사람이 읽는 기록·만료 판정에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충분한 단위다.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E82B6D-DA7C-48C3-8D2E-EC221AF6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밀리초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EEA412-D88F-4430-AD55-51295B28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작업 지속 시간·타임아웃의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일반적인 단위다.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5EDBC9-8CF6-4E19-BDFC-82F31253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나노초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5E91B6-1CCA-4419-8F2D-CDB6367E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구간 측정의 계산 단위다.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표시할 때 환산한다.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417AAC-1B94-4207-B3AB-E2F5F9F8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3662811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clock_show: 시계별 값과 해상도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static int show(const char *name, clockid_t clock)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struct timespec now, res;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if (clock_gettime(clock, &amp;now)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printf("%-24s unsupported\n", name);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return 0;           /* 없는 시계는 표시만 */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if (clock_getres(clock, &amp;res)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perror("clock_getres");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printf("%-24s now=%lld.%09ld res=%ld\n",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   name, (long long)now.tv_sec,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     now.tv_nsec, res.tv_nsec);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return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C6152FD-7CEC-4E9E-87D9-5639D3BB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시계 목록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5694EC-1159-4B71-910E-DE417262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REALTIME, MONOTONIC,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RAW, CPU 시간 등을 돈다.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64B628B-A9CE-4E9E-8591-1941257F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미지원 처리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D37188-2019-408C-AFE4-A12085B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없는 시계는 실패로 알려 온다.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표시하고 지나간다.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2063C53-C8CF-48FF-A7A8-AD236E87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해상도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441E195-4CE9-4DF7-9DAF-B8AE526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res가 그 시계의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최소 눈금이다.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완성 예제: clock_show.c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7F5919-67F5-4BA3-B45E-A88BB134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달력 시간과 경과 시간의 역할 분담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F98CB4F-5B2E-4C46-B009-0B626D95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54D616-B3F4-41E6-BD33-2D8F8B49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82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달력 시간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98DB3F-38E5-4375-A566-73787384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170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언제: 로그 시각, 만료 판정,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기록 정렬에 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0E82B6D-DA7C-48C3-8D2E-EC221AF6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078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경과 시간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EEA412-D88F-4430-AD55-51295B28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466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얼마나: 구간 측정, 타임아웃,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간격 비교에 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25EDBC9-8CF6-4E19-BDFC-82F31253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374000"/>
            <a:ext cx="10908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선택 기준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5E91B6-1CCA-4419-8F2D-CDB6367E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762800"/>
            <a:ext cx="10908000" cy="7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보여 주고 비교할 때는 달력,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잴 때는 단조 시계다.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F417AAC-1B94-4207-B3AB-E2F5F9F8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3662811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실습 4: 시계 비교 관찰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./clock_show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./elapsed_demo --clocks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date +%s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# 시간대 확인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TZ=Asia/Seoul date; TZ=UTC date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600" b="0" u="none" strike="noStrike">
                <a:solidFill>
                  <a:srgbClr val="172D40"/>
                </a:solidFill>
                <a:latin typeface="Noto Sans Mono CJK KR"/>
                <a:ea typeface="Noto Sans Mono CJK KR"/>
                <a:cs typeface="Noto Sans Mono CJK KR"/>
              </a:rPr>
              <a:t/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# (Linux 선택) 부팅 후 시간 규모 비교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6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600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cat /proc/uptime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C6152FD-7CEC-4E9E-87D9-5639D3BB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now 단위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35694EC-1159-4B71-910E-DE417262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REALTIME now는 date +%s와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같은 에포크 초다.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64B628B-A9CE-4E9E-8591-1941257F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MONOTONIC 기준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D37188-2019-408C-AFE4-A12085B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부팅 이후 초다.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/proc/uptime과 규모가 비슷하다.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2063C53-C8CF-48FF-A7A8-AD236E87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res 비교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441E195-4CE9-4DF7-9DAF-B8AE526C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시계마다 눈금이 다른 것을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800" b="0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표로 정리한다.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값을 예측한 뒤 REPORT.md에 기록합니다.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clock_show.c (1/5)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1  </a:t>
            </a:r>
            <a:r>
              <a:t>#include &lt;errno.h&gt;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2  </a:t>
            </a:r>
            <a:r>
              <a:t>#include &lt;stdio.h&gt;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3  </a:t>
            </a:r>
            <a:r>
              <a:t>#include &lt;string.h&gt;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4  </a:t>
            </a:r>
            <a:r>
              <a:t>#include &lt;time.h&gt;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L1–L4: strerror과 시간 함수를 위한 헤더.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5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6  </a:t>
            </a:r>
            <a:r>
              <a:t>/* 시계마다 값의 기준과 해상도가 다르다.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7  </a:t>
            </a:r>
            <a:r>
              <a:t>   clock_gettime이 실패하는 시계는 지원하지 않음으로 표시한다. */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주석: 시계마다 기준과 해상도가 다름을 먼저 적었다.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8  </a:t>
            </a:r>
            <a:r>
              <a:t>static int show(const char *name, clockid_t clock)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시계 하나를 조사해 한 줄로 출력하는 함수.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 9  </a:t>
            </a: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10  </a:t>
            </a:r>
            <a:r>
              <a:t>    struct timespec now, res;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현재값과 해상도를 담는 timespec 두 개.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labs/class05-02/clock_show.c · L1–L10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clock_show.c (2/5)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11  </a:t>
            </a:r>
            <a:r>
              <a:t>    if (clock_gettime(clock, &amp;now) == -1)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12  </a:t>
            </a:r>
            <a:r>
              <a:t>        printf("%-24s unsupported (%s)\n", name, strerror(errno));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13  </a:t>
            </a:r>
            <a:r>
              <a:t>        return 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L11–L13: 조회 실패는 그 시계가 없다는 뜻. 미지원 표시 후 계속한다.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14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15  </a:t>
            </a:r>
            <a:r>
              <a:t>    if (clock_getres(clock, &amp;res) == -1)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16  </a:t>
            </a:r>
            <a:r>
              <a:t>        perror("clock_getres");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17  </a:t>
            </a:r>
            <a:r>
              <a:t>        return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18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L15–L18: 해상도 조회 실패는 치명적으로 보고 종료 1.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19  </a:t>
            </a:r>
            <a:r>
              <a:t>    printf("%-24s now=%lld.%09ld res=%ld.%09ld\n", name,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20  </a:t>
            </a:r>
            <a:r>
              <a:t>           (long long)now.tv_sec, now.tv_nsec,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21  </a:t>
            </a:r>
            <a:r>
              <a:t>           (long)res.tv_sec, res.tv_nsec);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L19–L21: 이름·now·res를 한 줄로 출력한다. %-24s가 열을 맞춘다.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labs/class05-02/clock_show.c · L11–L21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clock_show.c (3/5)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22  </a:t>
            </a:r>
            <a:r>
              <a:t>    return 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성공 0.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23  </a:t>
            </a:r>
            <a:r>
              <a:t>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24  </a:t>
            </a:r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25  </a:t>
            </a:r>
            <a:r>
              <a:t>int main(int argc, char **argv)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main. 여섯 시계를 차례로 조사한다.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26  </a:t>
            </a:r>
            <a:r>
              <a:t>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27  </a:t>
            </a:r>
            <a:r>
              <a:t>    if (argc != 1)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28  </a:t>
            </a:r>
            <a:r>
              <a:t>        fprintf(stderr, "usage: %s\n", argv[0]);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29  </a:t>
            </a:r>
            <a:r>
              <a:t>        return 2;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30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L27–L30: 인자 오류는 usage와 종료 상태 2.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31  </a:t>
            </a:r>
            <a:r>
              <a:t>    int status = 0;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시계별 실패를 모으는 변수.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labs/class05-02/clock_show.c · L22–L31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clock_show.c (4/5)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32  </a:t>
            </a:r>
            <a:r>
              <a:t>    status |= show("CLOCK_REALTIME", CLOCK_REALTIME);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벽시계, 달력 시각의 기준이다.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33  </a:t>
            </a:r>
            <a:r>
              <a:t>    status |= show("CLOCK_MONOTONIC", CLOCK_MONOTONIC);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단조 시계, 부팅 후 흐름이다. 구간 측정에 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34  </a:t>
            </a:r>
            <a:r>
              <a:t>#ifdef CLOCK_MONOTONIC_RAW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35  </a:t>
            </a:r>
            <a:r>
              <a:t>    status |= show("CLOCK_MONOTONIC_RAW", CLOCK_MONOTONIC_RAW);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36  </a:t>
            </a:r>
            <a:r>
              <a:t>#endif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L34–L36: RAW 시계는 표준이 아니어서 매크로 확인 후 컴파일한다.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37  </a:t>
            </a:r>
            <a:r>
              <a:t>#ifdef CLOCK_BOOTTIME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38  </a:t>
            </a:r>
            <a:r>
              <a:t>    status |= show("CLOCK_BOOTTIME", CLOCK_BOOTTIME);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39  </a:t>
            </a:r>
            <a:r>
              <a:t>#endif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L37–L39: BOOTTIME은 Linux 확장. 절전 시간을 포함한 흐름이다.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40  </a:t>
            </a:r>
            <a:r>
              <a:t>#ifdef CLOCK_PROCESS_CPUTIME_ID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41  </a:t>
            </a:r>
            <a:r>
              <a:t>    status |= show("CLOCK_PROCESS_CPUTIME_ID", CLOCK_PROCESS_CPUTIME_ID);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labs/class05-02/clock_show.c · L32–L41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ADE5D98-92F2-4B38-AD73-09840E5E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CC5D956-984C-43F9-9E86-DE9D8C5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읽기 · clock_show.c (5/5)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E8AD634-D9F6-459C-B55F-106BC44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1093470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42  </a:t>
            </a:r>
            <a:r>
              <a:t>#endif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L40–L42: 이 프로세스가 쓴 CPU 시간을 잰다.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43  </a:t>
            </a:r>
            <a:r>
              <a:t>#ifdef CLOCK_THREAD_CPUTIME_ID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44  </a:t>
            </a:r>
            <a:r>
              <a:t>    status |= show("CLOCK_THREAD_CPUTIME_ID", CLOCK_THREAD_CPUTIME_ID);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45  </a:t>
            </a:r>
            <a:r>
              <a:t>#endif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L43–L45: 이 스레드가 쓴 CPU 시간을 잰다.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46  </a:t>
            </a:r>
            <a:r>
              <a:t>    if (fflush(stdout) == EOF) {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47  </a:t>
            </a:r>
            <a:r>
              <a:t>        perror("stdout");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48  </a:t>
            </a:r>
            <a:r>
              <a:t>        return 1;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49  </a:t>
            </a:r>
            <a:r>
              <a:t>    }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L46–L49: flush를 확인한다.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50  </a:t>
            </a:r>
            <a:r>
              <a:t>    return status;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2563EB"/>
                </a:solidFill>
              </a:rPr>
              <a:t>      → 모은 실패 여부를 종료 상태로 돌려준다.</a:t>
            </a:r>
          </a:p>
          <a:p xmlns:a="http://schemas.openxmlformats.org/drawingml/2006/main">
            <a:pPr>
              <a:defRPr sz="1200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>
                <a:solidFill>
                  <a:srgbClr val="8B99AB"/>
                </a:solidFill>
              </a:rPr>
              <a:t> 51  </a:t>
            </a:r>
            <a:r>
              <a:t>}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17AFFD4-F8C6-4655-9C0F-DFF212CC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labs/class05-02/clock_show.c · L42–L51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0185163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1B403-50AF-4B58-80AF-E770E99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확인 퀴즈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5B470-7C5E-4873-8C1C-AD612492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15315-D9D0-4FB0-A593-B769C80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경과 시간을 잴 때 CLOCK_MONOTONIC을 쓰는 이유는?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178D0-2777-478A-9C7E-F76DEA0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time_t에서 화면용 문자열까지 만드는 호출 순서는?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563FA-983D-46C7-9331-46DB7C8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struct tm의 tm_mon이 9라면 몇 월인가?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38D81-B764-4E00-9339-FD693F6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strftime의 반환값이 0이면 무엇을 뜻하나?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F67EF-F5C1-4784-BED4-CA78D357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로그 한 줄에 달력 시각과 경과 시간을 함께 남기는 이유는?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8791A-C621-4C42-88E4-957CED1F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6110212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1B403-50AF-4B58-80AF-E770E99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실습 정리와 제출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5B470-7C5E-4873-8C1C-AD612492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15315-D9D0-4FB0-A593-B769C80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calendar_demo의 local·utc를 TZ 실험과 date 출력과 맞춘다.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178D0-2777-478A-9C7E-F76DEA0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tm_normalize의 네 사례 결과와 이유를 적는다.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563FA-983D-46C7-9331-46DB7C8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elapsed_demo의 min·median과 두 시계의 now·res를 기록한다.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38D81-B764-4E00-9339-FD693F6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tslog 로그를 붙여 넣고 단계 간격을 계산한다.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F67EF-F5C1-4784-BED4-CA78D357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C 소스, REPORT.md, 실행 로그를 제출한다.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8791A-C621-4C42-88E4-957CED1F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선택 확장: tslog에 단위 옵션 추가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6110212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1B403-50AF-4B58-80AF-E770E99E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참고 자료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5B470-7C5E-4873-8C1C-AD612492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15315-D9D0-4FB0-A593-B769C80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Linux man-pages: time(2), difftime(3), clock_gettime(2)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178D0-2777-478A-9C7E-F76DEA0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Linux man-pages: ctime(3), strftime(3), tzset(3), fopen(3)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8563FA-983D-46C7-9331-46DB7C8D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Linux man-pages: times(2), proc(5), date(1)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938D81-B764-4E00-9339-FD693F6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다음 주에는 프로세스 정보와 times(2)·CLK_TCK로 이어집니다.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F67EF-F5C1-4784-BED4-CA78D357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수업은 Ubuntu 일반 사용자 환경을 기준으로 합니다.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8791A-C621-4C42-88E4-957CED1F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/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6110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ChatG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2026-09-27T08:14:46.1300000Z</dcterms:created>
  <dcterms:modified xsi:type="dcterms:W3CDTF">2026-09-27T08:14:46.1310000Z</dcterms:modified>
</coreProperties>
</file>